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3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97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52" r:id="rId10"/>
    <p:sldId id="340" r:id="rId11"/>
    <p:sldId id="341" r:id="rId12"/>
    <p:sldId id="343" r:id="rId13"/>
    <p:sldId id="355" r:id="rId14"/>
    <p:sldId id="354" r:id="rId15"/>
    <p:sldId id="342" r:id="rId16"/>
    <p:sldId id="353" r:id="rId17"/>
    <p:sldId id="344" r:id="rId18"/>
    <p:sldId id="345" r:id="rId19"/>
    <p:sldId id="45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61DCBB-F615-400F-AF76-F8AF3D722149}">
          <p14:sldIdLst>
            <p14:sldId id="297"/>
            <p14:sldId id="333"/>
            <p14:sldId id="334"/>
            <p14:sldId id="335"/>
            <p14:sldId id="336"/>
            <p14:sldId id="337"/>
            <p14:sldId id="338"/>
            <p14:sldId id="339"/>
            <p14:sldId id="352"/>
            <p14:sldId id="340"/>
            <p14:sldId id="341"/>
            <p14:sldId id="343"/>
            <p14:sldId id="355"/>
            <p14:sldId id="354"/>
            <p14:sldId id="342"/>
            <p14:sldId id="353"/>
            <p14:sldId id="344"/>
            <p14:sldId id="345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99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41233-912D-AA4E-9769-73525407E422}" v="49" dt="2025-10-01T16:11:44.936"/>
    <p1510:client id="{9F2058A8-2630-4565-8B3E-527677026510}" v="27" dt="2025-10-01T16:51:08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>
      <p:cViewPr varScale="1">
        <p:scale>
          <a:sx n="101" d="100"/>
          <a:sy n="101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renc Pekaslan (staff)" userId="ec2e8837-2d8b-4b4c-8ee7-907821d10e3a" providerId="ADAL" clId="{9F2058A8-2630-4565-8B3E-527677026510}"/>
    <pc:docChg chg="custSel addSld modSld modSection">
      <pc:chgData name="Direnc Pekaslan (staff)" userId="ec2e8837-2d8b-4b4c-8ee7-907821d10e3a" providerId="ADAL" clId="{9F2058A8-2630-4565-8B3E-527677026510}" dt="2025-10-01T16:51:08.188" v="26"/>
      <pc:docMkLst>
        <pc:docMk/>
      </pc:docMkLst>
      <pc:sldChg chg="delSp mod">
        <pc:chgData name="Direnc Pekaslan (staff)" userId="ec2e8837-2d8b-4b4c-8ee7-907821d10e3a" providerId="ADAL" clId="{9F2058A8-2630-4565-8B3E-527677026510}" dt="2025-10-01T15:01:12.491" v="20" actId="478"/>
        <pc:sldMkLst>
          <pc:docMk/>
          <pc:sldMk cId="3081334455" sldId="343"/>
        </pc:sldMkLst>
        <pc:grpChg chg="del">
          <ac:chgData name="Direnc Pekaslan (staff)" userId="ec2e8837-2d8b-4b4c-8ee7-907821d10e3a" providerId="ADAL" clId="{9F2058A8-2630-4565-8B3E-527677026510}" dt="2025-10-01T15:01:12.491" v="20" actId="478"/>
          <ac:grpSpMkLst>
            <pc:docMk/>
            <pc:sldMk cId="3081334455" sldId="343"/>
            <ac:grpSpMk id="37" creationId="{A1461EC7-D53F-5558-F0A1-656B39B2F629}"/>
          </ac:grpSpMkLst>
        </pc:grpChg>
      </pc:sldChg>
      <pc:sldChg chg="modSp mod">
        <pc:chgData name="Direnc Pekaslan (staff)" userId="ec2e8837-2d8b-4b4c-8ee7-907821d10e3a" providerId="ADAL" clId="{9F2058A8-2630-4565-8B3E-527677026510}" dt="2025-10-01T14:51:01.404" v="18" actId="20577"/>
        <pc:sldMkLst>
          <pc:docMk/>
          <pc:sldMk cId="909218393" sldId="352"/>
        </pc:sldMkLst>
        <pc:spChg chg="mod">
          <ac:chgData name="Direnc Pekaslan (staff)" userId="ec2e8837-2d8b-4b4c-8ee7-907821d10e3a" providerId="ADAL" clId="{9F2058A8-2630-4565-8B3E-527677026510}" dt="2025-10-01T14:51:01.404" v="18" actId="20577"/>
          <ac:spMkLst>
            <pc:docMk/>
            <pc:sldMk cId="909218393" sldId="352"/>
            <ac:spMk id="2" creationId="{3E34EBB4-029C-2889-D685-EE968F8A0012}"/>
          </ac:spMkLst>
        </pc:spChg>
      </pc:sldChg>
      <pc:sldChg chg="modSp mod">
        <pc:chgData name="Direnc Pekaslan (staff)" userId="ec2e8837-2d8b-4b4c-8ee7-907821d10e3a" providerId="ADAL" clId="{9F2058A8-2630-4565-8B3E-527677026510}" dt="2025-10-01T16:27:31.182" v="25"/>
        <pc:sldMkLst>
          <pc:docMk/>
          <pc:sldMk cId="947127776" sldId="354"/>
        </pc:sldMkLst>
        <pc:spChg chg="mod">
          <ac:chgData name="Direnc Pekaslan (staff)" userId="ec2e8837-2d8b-4b4c-8ee7-907821d10e3a" providerId="ADAL" clId="{9F2058A8-2630-4565-8B3E-527677026510}" dt="2025-10-01T16:27:31.182" v="25"/>
          <ac:spMkLst>
            <pc:docMk/>
            <pc:sldMk cId="947127776" sldId="354"/>
            <ac:spMk id="52" creationId="{5146F516-ED53-3697-6900-257491A4827B}"/>
          </ac:spMkLst>
        </pc:spChg>
      </pc:sldChg>
      <pc:sldChg chg="add">
        <pc:chgData name="Direnc Pekaslan (staff)" userId="ec2e8837-2d8b-4b4c-8ee7-907821d10e3a" providerId="ADAL" clId="{9F2058A8-2630-4565-8B3E-527677026510}" dt="2025-10-01T15:01:08.569" v="19" actId="2890"/>
        <pc:sldMkLst>
          <pc:docMk/>
          <pc:sldMk cId="2250748795" sldId="355"/>
        </pc:sldMkLst>
      </pc:sldChg>
      <pc:sldChg chg="add">
        <pc:chgData name="Direnc Pekaslan (staff)" userId="ec2e8837-2d8b-4b4c-8ee7-907821d10e3a" providerId="ADAL" clId="{9F2058A8-2630-4565-8B3E-527677026510}" dt="2025-10-01T16:51:08.188" v="26"/>
        <pc:sldMkLst>
          <pc:docMk/>
          <pc:sldMk cId="2946471551" sldId="455"/>
        </pc:sldMkLst>
      </pc:sldChg>
    </pc:docChg>
  </pc:docChgLst>
  <pc:docChgLst>
    <pc:chgData name="Xin Chen (staff)" userId="6471fb9a-1bd5-45aa-8c35-2ee42743edf2" providerId="ADAL" clId="{9A6E024E-1720-4EA2-813B-0E1508EA6A0F}"/>
    <pc:docChg chg="undo custSel addSld modSld modSection">
      <pc:chgData name="Xin Chen (staff)" userId="6471fb9a-1bd5-45aa-8c35-2ee42743edf2" providerId="ADAL" clId="{9A6E024E-1720-4EA2-813B-0E1508EA6A0F}" dt="2022-10-06T16:15:19.967" v="1895"/>
      <pc:docMkLst>
        <pc:docMk/>
      </pc:docMkLst>
      <pc:sldChg chg="modAnim">
        <pc:chgData name="Xin Chen (staff)" userId="6471fb9a-1bd5-45aa-8c35-2ee42743edf2" providerId="ADAL" clId="{9A6E024E-1720-4EA2-813B-0E1508EA6A0F}" dt="2022-10-06T12:05:00.075" v="1083"/>
        <pc:sldMkLst>
          <pc:docMk/>
          <pc:sldMk cId="765422492" sldId="333"/>
        </pc:sldMkLst>
      </pc:sldChg>
      <pc:sldChg chg="addSp modSp mod">
        <pc:chgData name="Xin Chen (staff)" userId="6471fb9a-1bd5-45aa-8c35-2ee42743edf2" providerId="ADAL" clId="{9A6E024E-1720-4EA2-813B-0E1508EA6A0F}" dt="2022-10-06T14:28:30.127" v="1360" actId="113"/>
        <pc:sldMkLst>
          <pc:docMk/>
          <pc:sldMk cId="1193224259" sldId="334"/>
        </pc:sldMkLst>
      </pc:sldChg>
      <pc:sldChg chg="addSp delSp modSp new mod modAnim">
        <pc:chgData name="Xin Chen (staff)" userId="6471fb9a-1bd5-45aa-8c35-2ee42743edf2" providerId="ADAL" clId="{9A6E024E-1720-4EA2-813B-0E1508EA6A0F}" dt="2022-10-06T12:08:46.112" v="1176"/>
        <pc:sldMkLst>
          <pc:docMk/>
          <pc:sldMk cId="3413078629" sldId="335"/>
        </pc:sldMkLst>
      </pc:sldChg>
      <pc:sldChg chg="addSp delSp modSp new mod modAnim">
        <pc:chgData name="Xin Chen (staff)" userId="6471fb9a-1bd5-45aa-8c35-2ee42743edf2" providerId="ADAL" clId="{9A6E024E-1720-4EA2-813B-0E1508EA6A0F}" dt="2022-10-06T12:11:08.525" v="1187" actId="20577"/>
        <pc:sldMkLst>
          <pc:docMk/>
          <pc:sldMk cId="2805107393" sldId="336"/>
        </pc:sldMkLst>
      </pc:sldChg>
      <pc:sldChg chg="addSp delSp modSp new mod modAnim">
        <pc:chgData name="Xin Chen (staff)" userId="6471fb9a-1bd5-45aa-8c35-2ee42743edf2" providerId="ADAL" clId="{9A6E024E-1720-4EA2-813B-0E1508EA6A0F}" dt="2022-10-06T12:11:32.655" v="1188"/>
        <pc:sldMkLst>
          <pc:docMk/>
          <pc:sldMk cId="4203940361" sldId="337"/>
        </pc:sldMkLst>
      </pc:sldChg>
      <pc:sldChg chg="addSp delSp modSp new mod modAnim">
        <pc:chgData name="Xin Chen (staff)" userId="6471fb9a-1bd5-45aa-8c35-2ee42743edf2" providerId="ADAL" clId="{9A6E024E-1720-4EA2-813B-0E1508EA6A0F}" dt="2022-10-06T12:12:18.039" v="1190"/>
        <pc:sldMkLst>
          <pc:docMk/>
          <pc:sldMk cId="1711568195" sldId="338"/>
        </pc:sldMkLst>
      </pc:sldChg>
      <pc:sldChg chg="addSp delSp modSp new mod modAnim">
        <pc:chgData name="Xin Chen (staff)" userId="6471fb9a-1bd5-45aa-8c35-2ee42743edf2" providerId="ADAL" clId="{9A6E024E-1720-4EA2-813B-0E1508EA6A0F}" dt="2022-10-06T12:14:20.183" v="1197"/>
        <pc:sldMkLst>
          <pc:docMk/>
          <pc:sldMk cId="3297568941" sldId="339"/>
        </pc:sldMkLst>
      </pc:sldChg>
      <pc:sldChg chg="addSp delSp modSp new mod modAnim">
        <pc:chgData name="Xin Chen (staff)" userId="6471fb9a-1bd5-45aa-8c35-2ee42743edf2" providerId="ADAL" clId="{9A6E024E-1720-4EA2-813B-0E1508EA6A0F}" dt="2022-10-06T12:15:45.053" v="1207"/>
        <pc:sldMkLst>
          <pc:docMk/>
          <pc:sldMk cId="1135994894" sldId="340"/>
        </pc:sldMkLst>
      </pc:sldChg>
      <pc:sldChg chg="addSp delSp modSp new mod modAnim">
        <pc:chgData name="Xin Chen (staff)" userId="6471fb9a-1bd5-45aa-8c35-2ee42743edf2" providerId="ADAL" clId="{9A6E024E-1720-4EA2-813B-0E1508EA6A0F}" dt="2022-10-06T12:16:55.928" v="1213" actId="478"/>
        <pc:sldMkLst>
          <pc:docMk/>
          <pc:sldMk cId="61608081" sldId="341"/>
        </pc:sldMkLst>
      </pc:sldChg>
      <pc:sldChg chg="addSp delSp modSp new mod">
        <pc:chgData name="Xin Chen (staff)" userId="6471fb9a-1bd5-45aa-8c35-2ee42743edf2" providerId="ADAL" clId="{9A6E024E-1720-4EA2-813B-0E1508EA6A0F}" dt="2022-09-22T20:33:59.908" v="806" actId="1076"/>
        <pc:sldMkLst>
          <pc:docMk/>
          <pc:sldMk cId="3471171680" sldId="342"/>
        </pc:sldMkLst>
      </pc:sldChg>
      <pc:sldChg chg="addSp delSp modSp new mod">
        <pc:chgData name="Xin Chen (staff)" userId="6471fb9a-1bd5-45aa-8c35-2ee42743edf2" providerId="ADAL" clId="{9A6E024E-1720-4EA2-813B-0E1508EA6A0F}" dt="2022-10-06T12:46:51.883" v="1350" actId="21"/>
        <pc:sldMkLst>
          <pc:docMk/>
          <pc:sldMk cId="3081334455" sldId="343"/>
        </pc:sldMkLst>
      </pc:sldChg>
      <pc:sldChg chg="addSp delSp modSp new mod">
        <pc:chgData name="Xin Chen (staff)" userId="6471fb9a-1bd5-45aa-8c35-2ee42743edf2" providerId="ADAL" clId="{9A6E024E-1720-4EA2-813B-0E1508EA6A0F}" dt="2022-10-06T16:12:13.998" v="1785" actId="9405"/>
        <pc:sldMkLst>
          <pc:docMk/>
          <pc:sldMk cId="3833305338" sldId="344"/>
        </pc:sldMkLst>
      </pc:sldChg>
      <pc:sldChg chg="addSp modSp new mod">
        <pc:chgData name="Xin Chen (staff)" userId="6471fb9a-1bd5-45aa-8c35-2ee42743edf2" providerId="ADAL" clId="{9A6E024E-1720-4EA2-813B-0E1508EA6A0F}" dt="2022-09-22T20:41:18.936" v="949" actId="1076"/>
        <pc:sldMkLst>
          <pc:docMk/>
          <pc:sldMk cId="3244582390" sldId="345"/>
        </pc:sldMkLst>
      </pc:sldChg>
      <pc:sldChg chg="addSp modSp new mod modAnim">
        <pc:chgData name="Xin Chen (staff)" userId="6471fb9a-1bd5-45aa-8c35-2ee42743edf2" providerId="ADAL" clId="{9A6E024E-1720-4EA2-813B-0E1508EA6A0F}" dt="2022-10-06T12:19:15.255" v="1226"/>
        <pc:sldMkLst>
          <pc:docMk/>
          <pc:sldMk cId="2239567230" sldId="346"/>
        </pc:sldMkLst>
      </pc:sldChg>
      <pc:sldChg chg="modSp modAnim">
        <pc:chgData name="Xin Chen (staff)" userId="6471fb9a-1bd5-45aa-8c35-2ee42743edf2" providerId="ADAL" clId="{9A6E024E-1720-4EA2-813B-0E1508EA6A0F}" dt="2022-10-06T12:19:44.104" v="1233" actId="114"/>
        <pc:sldMkLst>
          <pc:docMk/>
          <pc:sldMk cId="2688109302" sldId="347"/>
        </pc:sldMkLst>
      </pc:sldChg>
      <pc:sldChg chg="addSp modSp modAnim">
        <pc:chgData name="Xin Chen (staff)" userId="6471fb9a-1bd5-45aa-8c35-2ee42743edf2" providerId="ADAL" clId="{9A6E024E-1720-4EA2-813B-0E1508EA6A0F}" dt="2022-10-06T12:21:09.963" v="1243"/>
        <pc:sldMkLst>
          <pc:docMk/>
          <pc:sldMk cId="1755928373" sldId="348"/>
        </pc:sldMkLst>
      </pc:sldChg>
      <pc:sldChg chg="addSp delSp modSp new mod">
        <pc:chgData name="Xin Chen (staff)" userId="6471fb9a-1bd5-45aa-8c35-2ee42743edf2" providerId="ADAL" clId="{9A6E024E-1720-4EA2-813B-0E1508EA6A0F}" dt="2022-10-06T15:47:31.386" v="1784"/>
        <pc:sldMkLst>
          <pc:docMk/>
          <pc:sldMk cId="1968490281" sldId="349"/>
        </pc:sldMkLst>
      </pc:sldChg>
      <pc:sldChg chg="addSp delSp modSp new mod">
        <pc:chgData name="Xin Chen (staff)" userId="6471fb9a-1bd5-45aa-8c35-2ee42743edf2" providerId="ADAL" clId="{9A6E024E-1720-4EA2-813B-0E1508EA6A0F}" dt="2022-10-06T16:15:19.967" v="1895"/>
        <pc:sldMkLst>
          <pc:docMk/>
          <pc:sldMk cId="660854274" sldId="350"/>
        </pc:sldMkLst>
      </pc:sldChg>
      <pc:sldChg chg="addSp delSp modSp new mod">
        <pc:chgData name="Xin Chen (staff)" userId="6471fb9a-1bd5-45aa-8c35-2ee42743edf2" providerId="ADAL" clId="{9A6E024E-1720-4EA2-813B-0E1508EA6A0F}" dt="2022-10-06T15:46:02.356" v="1779"/>
        <pc:sldMkLst>
          <pc:docMk/>
          <pc:sldMk cId="2618621869" sldId="351"/>
        </pc:sldMkLst>
      </pc:sldChg>
    </pc:docChg>
  </pc:docChgLst>
  <pc:docChgLst>
    <pc:chgData name="Xin Chen" userId="6471fb9a-1bd5-45aa-8c35-2ee42743edf2" providerId="ADAL" clId="{B2743012-A901-409C-9FBA-48E048C425DA}"/>
    <pc:docChg chg="undo custSel addSld delSld modSld modSection">
      <pc:chgData name="Xin Chen" userId="6471fb9a-1bd5-45aa-8c35-2ee42743edf2" providerId="ADAL" clId="{B2743012-A901-409C-9FBA-48E048C425DA}" dt="2022-10-05T20:17:20.324" v="2770" actId="478"/>
      <pc:docMkLst>
        <pc:docMk/>
      </pc:docMkLst>
      <pc:sldChg chg="modSp mod">
        <pc:chgData name="Xin Chen" userId="6471fb9a-1bd5-45aa-8c35-2ee42743edf2" providerId="ADAL" clId="{B2743012-A901-409C-9FBA-48E048C425DA}" dt="2022-09-23T12:55:21.424" v="2264" actId="20577"/>
        <pc:sldMkLst>
          <pc:docMk/>
          <pc:sldMk cId="183741921" sldId="297"/>
        </pc:sldMkLst>
      </pc:sldChg>
      <pc:sldChg chg="add del">
        <pc:chgData name="Xin Chen" userId="6471fb9a-1bd5-45aa-8c35-2ee42743edf2" providerId="ADAL" clId="{B2743012-A901-409C-9FBA-48E048C425DA}" dt="2022-09-21T09:05:08.611" v="24" actId="47"/>
        <pc:sldMkLst>
          <pc:docMk/>
          <pc:sldMk cId="16838368" sldId="311"/>
        </pc:sldMkLst>
      </pc:sldChg>
      <pc:sldChg chg="add del">
        <pc:chgData name="Xin Chen" userId="6471fb9a-1bd5-45aa-8c35-2ee42743edf2" providerId="ADAL" clId="{B2743012-A901-409C-9FBA-48E048C425DA}" dt="2022-09-21T09:05:09.355" v="27" actId="47"/>
        <pc:sldMkLst>
          <pc:docMk/>
          <pc:sldMk cId="1063813703" sldId="317"/>
        </pc:sldMkLst>
      </pc:sldChg>
      <pc:sldChg chg="add del">
        <pc:chgData name="Xin Chen" userId="6471fb9a-1bd5-45aa-8c35-2ee42743edf2" providerId="ADAL" clId="{B2743012-A901-409C-9FBA-48E048C425DA}" dt="2022-09-21T09:05:10.043" v="29" actId="47"/>
        <pc:sldMkLst>
          <pc:docMk/>
          <pc:sldMk cId="3841533033" sldId="318"/>
        </pc:sldMkLst>
      </pc:sldChg>
      <pc:sldChg chg="add del">
        <pc:chgData name="Xin Chen" userId="6471fb9a-1bd5-45aa-8c35-2ee42743edf2" providerId="ADAL" clId="{B2743012-A901-409C-9FBA-48E048C425DA}" dt="2022-09-21T09:05:09.534" v="28" actId="47"/>
        <pc:sldMkLst>
          <pc:docMk/>
          <pc:sldMk cId="2277771705" sldId="322"/>
        </pc:sldMkLst>
      </pc:sldChg>
      <pc:sldChg chg="add del">
        <pc:chgData name="Xin Chen" userId="6471fb9a-1bd5-45aa-8c35-2ee42743edf2" providerId="ADAL" clId="{B2743012-A901-409C-9FBA-48E048C425DA}" dt="2022-09-21T09:05:08.988" v="25" actId="47"/>
        <pc:sldMkLst>
          <pc:docMk/>
          <pc:sldMk cId="148833656" sldId="323"/>
        </pc:sldMkLst>
      </pc:sldChg>
      <pc:sldChg chg="addSp delSp modSp add mod">
        <pc:chgData name="Xin Chen" userId="6471fb9a-1bd5-45aa-8c35-2ee42743edf2" providerId="ADAL" clId="{B2743012-A901-409C-9FBA-48E048C425DA}" dt="2022-09-29T10:52:17.426" v="2761" actId="2711"/>
        <pc:sldMkLst>
          <pc:docMk/>
          <pc:sldMk cId="1552495502" sldId="326"/>
        </pc:sldMkLst>
      </pc:sldChg>
      <pc:sldChg chg="add del">
        <pc:chgData name="Xin Chen" userId="6471fb9a-1bd5-45aa-8c35-2ee42743edf2" providerId="ADAL" clId="{B2743012-A901-409C-9FBA-48E048C425DA}" dt="2022-09-21T09:05:10.216" v="30" actId="47"/>
        <pc:sldMkLst>
          <pc:docMk/>
          <pc:sldMk cId="296089771" sldId="328"/>
        </pc:sldMkLst>
      </pc:sldChg>
      <pc:sldChg chg="delSp modSp add mod">
        <pc:chgData name="Xin Chen" userId="6471fb9a-1bd5-45aa-8c35-2ee42743edf2" providerId="ADAL" clId="{B2743012-A901-409C-9FBA-48E048C425DA}" dt="2022-09-23T12:54:12.109" v="2253" actId="478"/>
        <pc:sldMkLst>
          <pc:docMk/>
          <pc:sldMk cId="3293914086" sldId="329"/>
        </pc:sldMkLst>
      </pc:sldChg>
      <pc:sldChg chg="delSp modSp add mod">
        <pc:chgData name="Xin Chen" userId="6471fb9a-1bd5-45aa-8c35-2ee42743edf2" providerId="ADAL" clId="{B2743012-A901-409C-9FBA-48E048C425DA}" dt="2022-09-29T10:52:30.019" v="2762" actId="478"/>
        <pc:sldMkLst>
          <pc:docMk/>
          <pc:sldMk cId="1105928099" sldId="330"/>
        </pc:sldMkLst>
      </pc:sldChg>
      <pc:sldChg chg="modSp add mod">
        <pc:chgData name="Xin Chen" userId="6471fb9a-1bd5-45aa-8c35-2ee42743edf2" providerId="ADAL" clId="{B2743012-A901-409C-9FBA-48E048C425DA}" dt="2022-09-29T10:52:52.327" v="2763" actId="2711"/>
        <pc:sldMkLst>
          <pc:docMk/>
          <pc:sldMk cId="2730027099" sldId="331"/>
        </pc:sldMkLst>
      </pc:sldChg>
      <pc:sldChg chg="add del">
        <pc:chgData name="Xin Chen" userId="6471fb9a-1bd5-45aa-8c35-2ee42743edf2" providerId="ADAL" clId="{B2743012-A901-409C-9FBA-48E048C425DA}" dt="2022-09-21T08:55:49.416" v="22" actId="47"/>
        <pc:sldMkLst>
          <pc:docMk/>
          <pc:sldMk cId="3440312355" sldId="331"/>
        </pc:sldMkLst>
      </pc:sldChg>
      <pc:sldChg chg="add del">
        <pc:chgData name="Xin Chen" userId="6471fb9a-1bd5-45aa-8c35-2ee42743edf2" providerId="ADAL" clId="{B2743012-A901-409C-9FBA-48E048C425DA}" dt="2022-09-21T09:05:07.697" v="23" actId="47"/>
        <pc:sldMkLst>
          <pc:docMk/>
          <pc:sldMk cId="2809984969" sldId="332"/>
        </pc:sldMkLst>
      </pc:sldChg>
      <pc:sldChg chg="modSp add del mod modAnim">
        <pc:chgData name="Xin Chen" userId="6471fb9a-1bd5-45aa-8c35-2ee42743edf2" providerId="ADAL" clId="{B2743012-A901-409C-9FBA-48E048C425DA}" dt="2022-09-21T09:15:21.887" v="558" actId="20577"/>
        <pc:sldMkLst>
          <pc:docMk/>
          <pc:sldMk cId="765422492" sldId="333"/>
        </pc:sldMkLst>
      </pc:sldChg>
      <pc:sldChg chg="modSp new mod">
        <pc:chgData name="Xin Chen" userId="6471fb9a-1bd5-45aa-8c35-2ee42743edf2" providerId="ADAL" clId="{B2743012-A901-409C-9FBA-48E048C425DA}" dt="2022-10-04T15:48:26.556" v="2765" actId="113"/>
        <pc:sldMkLst>
          <pc:docMk/>
          <pc:sldMk cId="1193224259" sldId="334"/>
        </pc:sldMkLst>
      </pc:sldChg>
      <pc:sldChg chg="add del">
        <pc:chgData name="Xin Chen" userId="6471fb9a-1bd5-45aa-8c35-2ee42743edf2" providerId="ADAL" clId="{B2743012-A901-409C-9FBA-48E048C425DA}" dt="2022-09-21T09:05:10.375" v="31" actId="47"/>
        <pc:sldMkLst>
          <pc:docMk/>
          <pc:sldMk cId="2075147744" sldId="334"/>
        </pc:sldMkLst>
      </pc:sldChg>
      <pc:sldChg chg="add del">
        <pc:chgData name="Xin Chen" userId="6471fb9a-1bd5-45aa-8c35-2ee42743edf2" providerId="ADAL" clId="{B2743012-A901-409C-9FBA-48E048C425DA}" dt="2022-09-21T09:05:09.164" v="26" actId="47"/>
        <pc:sldMkLst>
          <pc:docMk/>
          <pc:sldMk cId="1868933492" sldId="335"/>
        </pc:sldMkLst>
      </pc:sldChg>
      <pc:sldChg chg="delSp">
        <pc:chgData name="Xin Chen" userId="6471fb9a-1bd5-45aa-8c35-2ee42743edf2" providerId="ADAL" clId="{B2743012-A901-409C-9FBA-48E048C425DA}" dt="2022-10-05T20:17:20.324" v="2770" actId="478"/>
        <pc:sldMkLst>
          <pc:docMk/>
          <pc:sldMk cId="3413078629" sldId="335"/>
        </pc:sldMkLst>
      </pc:sldChg>
      <pc:sldChg chg="del">
        <pc:chgData name="Xin Chen" userId="6471fb9a-1bd5-45aa-8c35-2ee42743edf2" providerId="ADAL" clId="{B2743012-A901-409C-9FBA-48E048C425DA}" dt="2022-09-21T09:05:10.832" v="32" actId="47"/>
        <pc:sldMkLst>
          <pc:docMk/>
          <pc:sldMk cId="916782171" sldId="337"/>
        </pc:sldMkLst>
      </pc:sldChg>
      <pc:sldChg chg="del">
        <pc:chgData name="Xin Chen" userId="6471fb9a-1bd5-45aa-8c35-2ee42743edf2" providerId="ADAL" clId="{B2743012-A901-409C-9FBA-48E048C425DA}" dt="2022-09-21T09:05:11.372" v="33" actId="47"/>
        <pc:sldMkLst>
          <pc:docMk/>
          <pc:sldMk cId="1589291086" sldId="338"/>
        </pc:sldMkLst>
      </pc:sldChg>
      <pc:sldChg chg="modSp mod">
        <pc:chgData name="Xin Chen" userId="6471fb9a-1bd5-45aa-8c35-2ee42743edf2" providerId="ADAL" clId="{B2743012-A901-409C-9FBA-48E048C425DA}" dt="2022-10-04T15:50:23.214" v="2769" actId="20577"/>
        <pc:sldMkLst>
          <pc:docMk/>
          <pc:sldMk cId="1711568195" sldId="338"/>
        </pc:sldMkLst>
      </pc:sldChg>
      <pc:sldChg chg="addSp delSp modSp mod">
        <pc:chgData name="Xin Chen" userId="6471fb9a-1bd5-45aa-8c35-2ee42743edf2" providerId="ADAL" clId="{B2743012-A901-409C-9FBA-48E048C425DA}" dt="2022-09-23T15:13:07" v="2753" actId="1076"/>
        <pc:sldMkLst>
          <pc:docMk/>
          <pc:sldMk cId="3833305338" sldId="344"/>
        </pc:sldMkLst>
      </pc:sldChg>
      <pc:sldChg chg="addSp modSp mod">
        <pc:chgData name="Xin Chen" userId="6471fb9a-1bd5-45aa-8c35-2ee42743edf2" providerId="ADAL" clId="{B2743012-A901-409C-9FBA-48E048C425DA}" dt="2022-09-23T09:14:35.848" v="1406" actId="14100"/>
        <pc:sldMkLst>
          <pc:docMk/>
          <pc:sldMk cId="2239567230" sldId="346"/>
        </pc:sldMkLst>
      </pc:sldChg>
      <pc:sldChg chg="addSp delSp modSp new mod">
        <pc:chgData name="Xin Chen" userId="6471fb9a-1bd5-45aa-8c35-2ee42743edf2" providerId="ADAL" clId="{B2743012-A901-409C-9FBA-48E048C425DA}" dt="2022-09-23T09:14:13.117" v="1405" actId="167"/>
        <pc:sldMkLst>
          <pc:docMk/>
          <pc:sldMk cId="2688109302" sldId="347"/>
        </pc:sldMkLst>
      </pc:sldChg>
      <pc:sldChg chg="addSp modSp new mod">
        <pc:chgData name="Xin Chen" userId="6471fb9a-1bd5-45aa-8c35-2ee42743edf2" providerId="ADAL" clId="{B2743012-A901-409C-9FBA-48E048C425DA}" dt="2022-09-23T15:13:34.738" v="2756" actId="1076"/>
        <pc:sldMkLst>
          <pc:docMk/>
          <pc:sldMk cId="1755928373" sldId="348"/>
        </pc:sldMkLst>
      </pc:sldChg>
      <pc:sldChg chg="modSp new del mod">
        <pc:chgData name="Xin Chen" userId="6471fb9a-1bd5-45aa-8c35-2ee42743edf2" providerId="ADAL" clId="{B2743012-A901-409C-9FBA-48E048C425DA}" dt="2022-09-23T12:54:54.048" v="2263" actId="47"/>
        <pc:sldMkLst>
          <pc:docMk/>
          <pc:sldMk cId="1756152702" sldId="349"/>
        </pc:sldMkLst>
      </pc:sldChg>
    </pc:docChg>
  </pc:docChgLst>
  <pc:docChgLst>
    <pc:chgData name="Xin Chen (staff)" userId="6471fb9a-1bd5-45aa-8c35-2ee42743edf2" providerId="ADAL" clId="{8860457A-3031-4F9E-8567-E54A931FC159}"/>
    <pc:docChg chg="undo custSel addSld delSld modSld sldOrd modSection">
      <pc:chgData name="Xin Chen (staff)" userId="6471fb9a-1bd5-45aa-8c35-2ee42743edf2" providerId="ADAL" clId="{8860457A-3031-4F9E-8567-E54A931FC159}" dt="2025-07-26T22:40:37.454" v="1138" actId="47"/>
      <pc:docMkLst>
        <pc:docMk/>
      </pc:docMkLst>
      <pc:sldChg chg="addSp delSp modSp mod">
        <pc:chgData name="Xin Chen (staff)" userId="6471fb9a-1bd5-45aa-8c35-2ee42743edf2" providerId="ADAL" clId="{8860457A-3031-4F9E-8567-E54A931FC159}" dt="2024-09-23T12:26:35.817" v="171" actId="164"/>
        <pc:sldMkLst>
          <pc:docMk/>
          <pc:sldMk cId="1552495502" sldId="326"/>
        </pc:sldMkLst>
      </pc:sldChg>
      <pc:sldChg chg="modSp mod">
        <pc:chgData name="Xin Chen (staff)" userId="6471fb9a-1bd5-45aa-8c35-2ee42743edf2" providerId="ADAL" clId="{8860457A-3031-4F9E-8567-E54A931FC159}" dt="2024-09-23T12:27:18.586" v="172" actId="1076"/>
        <pc:sldMkLst>
          <pc:docMk/>
          <pc:sldMk cId="1105928099" sldId="330"/>
        </pc:sldMkLst>
      </pc:sldChg>
      <pc:sldChg chg="modSp">
        <pc:chgData name="Xin Chen (staff)" userId="6471fb9a-1bd5-45aa-8c35-2ee42743edf2" providerId="ADAL" clId="{8860457A-3031-4F9E-8567-E54A931FC159}" dt="2024-09-30T14:05:42.541" v="893" actId="20577"/>
        <pc:sldMkLst>
          <pc:docMk/>
          <pc:sldMk cId="2805107393" sldId="336"/>
        </pc:sldMkLst>
      </pc:sldChg>
      <pc:sldChg chg="addSp delSp modSp mod ord modAnim">
        <pc:chgData name="Xin Chen (staff)" userId="6471fb9a-1bd5-45aa-8c35-2ee42743edf2" providerId="ADAL" clId="{8860457A-3031-4F9E-8567-E54A931FC159}" dt="2024-09-30T14:15:15.107" v="894"/>
        <pc:sldMkLst>
          <pc:docMk/>
          <pc:sldMk cId="61608081" sldId="341"/>
        </pc:sldMkLst>
      </pc:sldChg>
      <pc:sldChg chg="addSp delSp modSp mod ord">
        <pc:chgData name="Xin Chen (staff)" userId="6471fb9a-1bd5-45aa-8c35-2ee42743edf2" providerId="ADAL" clId="{8860457A-3031-4F9E-8567-E54A931FC159}" dt="2024-09-23T16:12:53.772" v="369" actId="1076"/>
        <pc:sldMkLst>
          <pc:docMk/>
          <pc:sldMk cId="3081334455" sldId="343"/>
        </pc:sldMkLst>
      </pc:sldChg>
      <pc:sldChg chg="add">
        <pc:chgData name="Xin Chen (staff)" userId="6471fb9a-1bd5-45aa-8c35-2ee42743edf2" providerId="ADAL" clId="{8860457A-3031-4F9E-8567-E54A931FC159}" dt="2024-09-23T12:06:58.383" v="2"/>
        <pc:sldMkLst>
          <pc:docMk/>
          <pc:sldMk cId="3690016261" sldId="351"/>
        </pc:sldMkLst>
      </pc:sldChg>
      <pc:sldChg chg="addSp delSp modSp mod delAnim modAnim">
        <pc:chgData name="Xin Chen (staff)" userId="6471fb9a-1bd5-45aa-8c35-2ee42743edf2" providerId="ADAL" clId="{8860457A-3031-4F9E-8567-E54A931FC159}" dt="2024-09-30T14:22:10.850" v="908"/>
        <pc:sldMkLst>
          <pc:docMk/>
          <pc:sldMk cId="909218393" sldId="352"/>
        </pc:sldMkLst>
      </pc:sldChg>
      <pc:sldChg chg="addSp delSp modSp mod modAnim">
        <pc:chgData name="Xin Chen (staff)" userId="6471fb9a-1bd5-45aa-8c35-2ee42743edf2" providerId="ADAL" clId="{8860457A-3031-4F9E-8567-E54A931FC159}" dt="2024-09-30T14:18:00.101" v="905" actId="1076"/>
        <pc:sldMkLst>
          <pc:docMk/>
          <pc:sldMk cId="2741013528" sldId="353"/>
        </pc:sldMkLst>
      </pc:sldChg>
      <pc:sldChg chg="addSp delSp modSp mod ord modAnim">
        <pc:chgData name="Xin Chen (staff)" userId="6471fb9a-1bd5-45aa-8c35-2ee42743edf2" providerId="ADAL" clId="{8860457A-3031-4F9E-8567-E54A931FC159}" dt="2024-10-03T12:28:05.458" v="1119"/>
        <pc:sldMkLst>
          <pc:docMk/>
          <pc:sldMk cId="947127776" sldId="354"/>
        </pc:sldMkLst>
      </pc:sldChg>
      <pc:sldChg chg="addSp modSp new del mod ord">
        <pc:chgData name="Xin Chen (staff)" userId="6471fb9a-1bd5-45aa-8c35-2ee42743edf2" providerId="ADAL" clId="{8860457A-3031-4F9E-8567-E54A931FC159}" dt="2025-07-26T22:40:37.454" v="1138" actId="47"/>
        <pc:sldMkLst>
          <pc:docMk/>
          <pc:sldMk cId="1339227804" sldId="355"/>
        </pc:sldMkLst>
      </pc:sldChg>
      <pc:sldChg chg="del">
        <pc:chgData name="Xin Chen (staff)" userId="6471fb9a-1bd5-45aa-8c35-2ee42743edf2" providerId="ADAL" clId="{8860457A-3031-4F9E-8567-E54A931FC159}" dt="2024-09-23T12:05:42.108" v="1" actId="47"/>
        <pc:sldMkLst>
          <pc:docMk/>
          <pc:sldMk cId="3154713021" sldId="355"/>
        </pc:sldMkLst>
      </pc:sldChg>
      <pc:sldChg chg="del">
        <pc:chgData name="Xin Chen (staff)" userId="6471fb9a-1bd5-45aa-8c35-2ee42743edf2" providerId="ADAL" clId="{8860457A-3031-4F9E-8567-E54A931FC159}" dt="2024-09-23T12:05:35.938" v="0" actId="47"/>
        <pc:sldMkLst>
          <pc:docMk/>
          <pc:sldMk cId="2469580187" sldId="356"/>
        </pc:sldMkLst>
      </pc:sldChg>
    </pc:docChg>
  </pc:docChgLst>
  <pc:docChgLst>
    <pc:chgData name="Xin Chen (staff)" userId="6471fb9a-1bd5-45aa-8c35-2ee42743edf2" providerId="ADAL" clId="{48045030-FBA1-448B-B06C-87250245DE3F}"/>
    <pc:docChg chg="undo redo custSel addSld delSld modSld sldOrd modSection">
      <pc:chgData name="Xin Chen (staff)" userId="6471fb9a-1bd5-45aa-8c35-2ee42743edf2" providerId="ADAL" clId="{48045030-FBA1-448B-B06C-87250245DE3F}" dt="2024-07-28T15:04:39.995" v="3230" actId="9405"/>
      <pc:docMkLst>
        <pc:docMk/>
      </pc:docMkLst>
      <pc:sldChg chg="addSp delSp modSp mod">
        <pc:chgData name="Xin Chen (staff)" userId="6471fb9a-1bd5-45aa-8c35-2ee42743edf2" providerId="ADAL" clId="{48045030-FBA1-448B-B06C-87250245DE3F}" dt="2023-09-27T13:55:04.301" v="3" actId="478"/>
        <pc:sldMkLst>
          <pc:docMk/>
          <pc:sldMk cId="183741921" sldId="297"/>
        </pc:sldMkLst>
      </pc:sldChg>
      <pc:sldChg chg="delSp modSp mod delAnim">
        <pc:chgData name="Xin Chen (staff)" userId="6471fb9a-1bd5-45aa-8c35-2ee42743edf2" providerId="ADAL" clId="{48045030-FBA1-448B-B06C-87250245DE3F}" dt="2023-09-27T16:22:43.288" v="1374" actId="1076"/>
        <pc:sldMkLst>
          <pc:docMk/>
          <pc:sldMk cId="1552495502" sldId="326"/>
        </pc:sldMkLst>
      </pc:sldChg>
      <pc:sldChg chg="modSp modAnim">
        <pc:chgData name="Xin Chen (staff)" userId="6471fb9a-1bd5-45aa-8c35-2ee42743edf2" providerId="ADAL" clId="{48045030-FBA1-448B-B06C-87250245DE3F}" dt="2023-10-05T11:31:04.497" v="1449"/>
        <pc:sldMkLst>
          <pc:docMk/>
          <pc:sldMk cId="765422492" sldId="333"/>
        </pc:sldMkLst>
      </pc:sldChg>
      <pc:sldChg chg="addSp delSp modSp mod delAnim modAnim">
        <pc:chgData name="Xin Chen (staff)" userId="6471fb9a-1bd5-45aa-8c35-2ee42743edf2" providerId="ADAL" clId="{48045030-FBA1-448B-B06C-87250245DE3F}" dt="2023-10-05T11:31:22.110" v="1450"/>
        <pc:sldMkLst>
          <pc:docMk/>
          <pc:sldMk cId="3413078629" sldId="335"/>
        </pc:sldMkLst>
      </pc:sldChg>
      <pc:sldChg chg="modSp">
        <pc:chgData name="Xin Chen (staff)" userId="6471fb9a-1bd5-45aa-8c35-2ee42743edf2" providerId="ADAL" clId="{48045030-FBA1-448B-B06C-87250245DE3F}" dt="2023-09-30T20:47:39.452" v="1411" actId="20577"/>
        <pc:sldMkLst>
          <pc:docMk/>
          <pc:sldMk cId="2805107393" sldId="336"/>
        </pc:sldMkLst>
      </pc:sldChg>
      <pc:sldChg chg="modSp">
        <pc:chgData name="Xin Chen (staff)" userId="6471fb9a-1bd5-45aa-8c35-2ee42743edf2" providerId="ADAL" clId="{48045030-FBA1-448B-B06C-87250245DE3F}" dt="2023-09-27T15:11:05.813" v="343" actId="20577"/>
        <pc:sldMkLst>
          <pc:docMk/>
          <pc:sldMk cId="4203940361" sldId="337"/>
        </pc:sldMkLst>
      </pc:sldChg>
      <pc:sldChg chg="modSp mod">
        <pc:chgData name="Xin Chen (staff)" userId="6471fb9a-1bd5-45aa-8c35-2ee42743edf2" providerId="ADAL" clId="{48045030-FBA1-448B-B06C-87250245DE3F}" dt="2023-09-27T15:13:35.509" v="400" actId="20577"/>
        <pc:sldMkLst>
          <pc:docMk/>
          <pc:sldMk cId="1711568195" sldId="338"/>
        </pc:sldMkLst>
      </pc:sldChg>
      <pc:sldChg chg="addSp delSp modSp mod">
        <pc:chgData name="Xin Chen (staff)" userId="6471fb9a-1bd5-45aa-8c35-2ee42743edf2" providerId="ADAL" clId="{48045030-FBA1-448B-B06C-87250245DE3F}" dt="2023-10-05T12:21:05.168" v="1776" actId="20577"/>
        <pc:sldMkLst>
          <pc:docMk/>
          <pc:sldMk cId="3297568941" sldId="339"/>
        </pc:sldMkLst>
      </pc:sldChg>
      <pc:sldChg chg="modSp">
        <pc:chgData name="Xin Chen (staff)" userId="6471fb9a-1bd5-45aa-8c35-2ee42743edf2" providerId="ADAL" clId="{48045030-FBA1-448B-B06C-87250245DE3F}" dt="2023-09-30T20:50:47.212" v="1424" actId="20577"/>
        <pc:sldMkLst>
          <pc:docMk/>
          <pc:sldMk cId="1135994894" sldId="340"/>
        </pc:sldMkLst>
      </pc:sldChg>
      <pc:sldChg chg="addSp modSp mod modAnim">
        <pc:chgData name="Xin Chen (staff)" userId="6471fb9a-1bd5-45aa-8c35-2ee42743edf2" providerId="ADAL" clId="{48045030-FBA1-448B-B06C-87250245DE3F}" dt="2023-09-30T20:52:02.526" v="1441" actId="20577"/>
        <pc:sldMkLst>
          <pc:docMk/>
          <pc:sldMk cId="61608081" sldId="341"/>
        </pc:sldMkLst>
      </pc:sldChg>
      <pc:sldChg chg="modSp mod">
        <pc:chgData name="Xin Chen (staff)" userId="6471fb9a-1bd5-45aa-8c35-2ee42743edf2" providerId="ADAL" clId="{48045030-FBA1-448B-B06C-87250245DE3F}" dt="2023-09-27T15:39:28.506" v="759" actId="1076"/>
        <pc:sldMkLst>
          <pc:docMk/>
          <pc:sldMk cId="3471171680" sldId="342"/>
        </pc:sldMkLst>
      </pc:sldChg>
      <pc:sldChg chg="addSp delSp modSp mod">
        <pc:chgData name="Xin Chen (staff)" userId="6471fb9a-1bd5-45aa-8c35-2ee42743edf2" providerId="ADAL" clId="{48045030-FBA1-448B-B06C-87250245DE3F}" dt="2023-10-05T15:49:56.923" v="1930"/>
        <pc:sldMkLst>
          <pc:docMk/>
          <pc:sldMk cId="3081334455" sldId="343"/>
        </pc:sldMkLst>
      </pc:sldChg>
      <pc:sldChg chg="delSp modSp mod">
        <pc:chgData name="Xin Chen (staff)" userId="6471fb9a-1bd5-45aa-8c35-2ee42743edf2" providerId="ADAL" clId="{48045030-FBA1-448B-B06C-87250245DE3F}" dt="2023-09-27T15:48:22.265" v="832" actId="20577"/>
        <pc:sldMkLst>
          <pc:docMk/>
          <pc:sldMk cId="3833305338" sldId="344"/>
        </pc:sldMkLst>
      </pc:sldChg>
      <pc:sldChg chg="modSp mod">
        <pc:chgData name="Xin Chen (staff)" userId="6471fb9a-1bd5-45aa-8c35-2ee42743edf2" providerId="ADAL" clId="{48045030-FBA1-448B-B06C-87250245DE3F}" dt="2023-09-27T16:19:19.214" v="1344" actId="14100"/>
        <pc:sldMkLst>
          <pc:docMk/>
          <pc:sldMk cId="2688109302" sldId="347"/>
        </pc:sldMkLst>
      </pc:sldChg>
      <pc:sldChg chg="addSp delSp del mod">
        <pc:chgData name="Xin Chen (staff)" userId="6471fb9a-1bd5-45aa-8c35-2ee42743edf2" providerId="ADAL" clId="{48045030-FBA1-448B-B06C-87250245DE3F}" dt="2023-09-27T15:27:16.123" v="704" actId="47"/>
        <pc:sldMkLst>
          <pc:docMk/>
          <pc:sldMk cId="1968490281" sldId="349"/>
        </pc:sldMkLst>
      </pc:sldChg>
      <pc:sldChg chg="del">
        <pc:chgData name="Xin Chen (staff)" userId="6471fb9a-1bd5-45aa-8c35-2ee42743edf2" providerId="ADAL" clId="{48045030-FBA1-448B-B06C-87250245DE3F}" dt="2023-09-27T16:11:10.988" v="1322" actId="47"/>
        <pc:sldMkLst>
          <pc:docMk/>
          <pc:sldMk cId="660854274" sldId="350"/>
        </pc:sldMkLst>
      </pc:sldChg>
      <pc:sldChg chg="del">
        <pc:chgData name="Xin Chen (staff)" userId="6471fb9a-1bd5-45aa-8c35-2ee42743edf2" providerId="ADAL" clId="{48045030-FBA1-448B-B06C-87250245DE3F}" dt="2023-09-27T15:27:20.447" v="705" actId="47"/>
        <pc:sldMkLst>
          <pc:docMk/>
          <pc:sldMk cId="2618621869" sldId="351"/>
        </pc:sldMkLst>
      </pc:sldChg>
      <pc:sldChg chg="addSp delSp modSp add mod modAnim modShow">
        <pc:chgData name="Xin Chen (staff)" userId="6471fb9a-1bd5-45aa-8c35-2ee42743edf2" providerId="ADAL" clId="{48045030-FBA1-448B-B06C-87250245DE3F}" dt="2024-07-28T15:04:39.995" v="3230" actId="9405"/>
        <pc:sldMkLst>
          <pc:docMk/>
          <pc:sldMk cId="909218393" sldId="352"/>
        </pc:sldMkLst>
      </pc:sldChg>
      <pc:sldChg chg="addSp delSp modSp add mod ord modAnim modShow">
        <pc:chgData name="Xin Chen (staff)" userId="6471fb9a-1bd5-45aa-8c35-2ee42743edf2" providerId="ADAL" clId="{48045030-FBA1-448B-B06C-87250245DE3F}" dt="2023-10-30T21:36:16.884" v="2855" actId="14100"/>
        <pc:sldMkLst>
          <pc:docMk/>
          <pc:sldMk cId="2741013528" sldId="353"/>
        </pc:sldMkLst>
      </pc:sldChg>
      <pc:sldChg chg="addSp delSp modSp new mod ord modShow">
        <pc:chgData name="Xin Chen (staff)" userId="6471fb9a-1bd5-45aa-8c35-2ee42743edf2" providerId="ADAL" clId="{48045030-FBA1-448B-B06C-87250245DE3F}" dt="2024-07-28T14:50:57.370" v="3209" actId="9405"/>
        <pc:sldMkLst>
          <pc:docMk/>
          <pc:sldMk cId="947127776" sldId="354"/>
        </pc:sldMkLst>
      </pc:sldChg>
      <pc:sldChg chg="addSp delSp modSp new mod delAnim modAnim">
        <pc:chgData name="Xin Chen (staff)" userId="6471fb9a-1bd5-45aa-8c35-2ee42743edf2" providerId="ADAL" clId="{48045030-FBA1-448B-B06C-87250245DE3F}" dt="2023-10-30T22:06:13.764" v="3084" actId="9405"/>
        <pc:sldMkLst>
          <pc:docMk/>
          <pc:sldMk cId="3154713021" sldId="355"/>
        </pc:sldMkLst>
      </pc:sldChg>
      <pc:sldChg chg="addSp delSp modSp new mod modAnim">
        <pc:chgData name="Xin Chen (staff)" userId="6471fb9a-1bd5-45aa-8c35-2ee42743edf2" providerId="ADAL" clId="{48045030-FBA1-448B-B06C-87250245DE3F}" dt="2023-10-30T21:58:46.444" v="2936" actId="164"/>
        <pc:sldMkLst>
          <pc:docMk/>
          <pc:sldMk cId="2469580187" sldId="356"/>
        </pc:sldMkLst>
      </pc:sldChg>
      <pc:sldChg chg="addSp delSp modSp new del mod">
        <pc:chgData name="Xin Chen (staff)" userId="6471fb9a-1bd5-45aa-8c35-2ee42743edf2" providerId="ADAL" clId="{48045030-FBA1-448B-B06C-87250245DE3F}" dt="2024-07-28T14:58:07.023" v="3210" actId="47"/>
        <pc:sldMkLst>
          <pc:docMk/>
          <pc:sldMk cId="1422991552" sldId="357"/>
        </pc:sldMkLst>
      </pc:sldChg>
    </pc:docChg>
  </pc:docChgLst>
  <pc:docChgLst>
    <pc:chgData name="Xin Chen" userId="6471fb9a-1bd5-45aa-8c35-2ee42743edf2" providerId="ADAL" clId="{02FA0FFD-5420-4644-8709-216DAE141FCC}"/>
    <pc:docChg chg="undo custSel addSld delSld modSld sldOrd modSection">
      <pc:chgData name="Xin Chen" userId="6471fb9a-1bd5-45aa-8c35-2ee42743edf2" providerId="ADAL" clId="{02FA0FFD-5420-4644-8709-216DAE141FCC}" dt="2021-10-05T07:49:04.899" v="3243"/>
      <pc:docMkLst>
        <pc:docMk/>
      </pc:docMkLst>
      <pc:sldChg chg="delSp modSp mod delAnim">
        <pc:chgData name="Xin Chen" userId="6471fb9a-1bd5-45aa-8c35-2ee42743edf2" providerId="ADAL" clId="{02FA0FFD-5420-4644-8709-216DAE141FCC}" dt="2021-09-23T15:03:46.893" v="545" actId="14100"/>
        <pc:sldMkLst>
          <pc:docMk/>
          <pc:sldMk cId="183741921" sldId="297"/>
        </pc:sldMkLst>
      </pc:sldChg>
      <pc:sldChg chg="delSp mod delAnim">
        <pc:chgData name="Xin Chen" userId="6471fb9a-1bd5-45aa-8c35-2ee42743edf2" providerId="ADAL" clId="{02FA0FFD-5420-4644-8709-216DAE141FCC}" dt="2021-09-23T14:34:01.856" v="1" actId="478"/>
        <pc:sldMkLst>
          <pc:docMk/>
          <pc:sldMk cId="16838368" sldId="311"/>
        </pc:sldMkLst>
      </pc:sldChg>
      <pc:sldChg chg="delSp mod delAnim">
        <pc:chgData name="Xin Chen" userId="6471fb9a-1bd5-45aa-8c35-2ee42743edf2" providerId="ADAL" clId="{02FA0FFD-5420-4644-8709-216DAE141FCC}" dt="2021-09-23T14:34:10.517" v="4" actId="478"/>
        <pc:sldMkLst>
          <pc:docMk/>
          <pc:sldMk cId="1063813703" sldId="317"/>
        </pc:sldMkLst>
      </pc:sldChg>
      <pc:sldChg chg="delSp modSp mod delAnim modAnim">
        <pc:chgData name="Xin Chen" userId="6471fb9a-1bd5-45aa-8c35-2ee42743edf2" providerId="ADAL" clId="{02FA0FFD-5420-4644-8709-216DAE141FCC}" dt="2021-10-01T09:52:38.166" v="3232"/>
        <pc:sldMkLst>
          <pc:docMk/>
          <pc:sldMk cId="3841533033" sldId="318"/>
        </pc:sldMkLst>
      </pc:sldChg>
      <pc:sldChg chg="delSp del mod delAnim">
        <pc:chgData name="Xin Chen" userId="6471fb9a-1bd5-45aa-8c35-2ee42743edf2" providerId="ADAL" clId="{02FA0FFD-5420-4644-8709-216DAE141FCC}" dt="2021-09-23T15:46:57.960" v="1783" actId="47"/>
        <pc:sldMkLst>
          <pc:docMk/>
          <pc:sldMk cId="3450791713" sldId="321"/>
        </pc:sldMkLst>
      </pc:sldChg>
      <pc:sldChg chg="addSp delSp modSp mod delAnim modAnim modNotesTx">
        <pc:chgData name="Xin Chen" userId="6471fb9a-1bd5-45aa-8c35-2ee42743edf2" providerId="ADAL" clId="{02FA0FFD-5420-4644-8709-216DAE141FCC}" dt="2021-10-01T09:52:27.582" v="3230"/>
        <pc:sldMkLst>
          <pc:docMk/>
          <pc:sldMk cId="2277771705" sldId="322"/>
        </pc:sldMkLst>
      </pc:sldChg>
      <pc:sldChg chg="delSp mod delAnim">
        <pc:chgData name="Xin Chen" userId="6471fb9a-1bd5-45aa-8c35-2ee42743edf2" providerId="ADAL" clId="{02FA0FFD-5420-4644-8709-216DAE141FCC}" dt="2021-09-23T14:34:04.385" v="2" actId="478"/>
        <pc:sldMkLst>
          <pc:docMk/>
          <pc:sldMk cId="148833656" sldId="323"/>
        </pc:sldMkLst>
      </pc:sldChg>
      <pc:sldChg chg="addSp delSp modSp del mod delAnim">
        <pc:chgData name="Xin Chen" userId="6471fb9a-1bd5-45aa-8c35-2ee42743edf2" providerId="ADAL" clId="{02FA0FFD-5420-4644-8709-216DAE141FCC}" dt="2021-09-23T20:09:25.487" v="2107" actId="47"/>
        <pc:sldMkLst>
          <pc:docMk/>
          <pc:sldMk cId="4200543708" sldId="324"/>
        </pc:sldMkLst>
      </pc:sldChg>
      <pc:sldChg chg="delSp del mod delAnim">
        <pc:chgData name="Xin Chen" userId="6471fb9a-1bd5-45aa-8c35-2ee42743edf2" providerId="ADAL" clId="{02FA0FFD-5420-4644-8709-216DAE141FCC}" dt="2021-09-24T15:10:52.105" v="2174" actId="47"/>
        <pc:sldMkLst>
          <pc:docMk/>
          <pc:sldMk cId="1159255801" sldId="325"/>
        </pc:sldMkLst>
      </pc:sldChg>
      <pc:sldChg chg="delSp modSp del mod delAnim">
        <pc:chgData name="Xin Chen" userId="6471fb9a-1bd5-45aa-8c35-2ee42743edf2" providerId="ADAL" clId="{02FA0FFD-5420-4644-8709-216DAE141FCC}" dt="2021-09-23T15:47:52.111" v="1830" actId="47"/>
        <pc:sldMkLst>
          <pc:docMk/>
          <pc:sldMk cId="338807415" sldId="326"/>
        </pc:sldMkLst>
      </pc:sldChg>
      <pc:sldChg chg="delSp modSp mod delAnim modAnim">
        <pc:chgData name="Xin Chen" userId="6471fb9a-1bd5-45aa-8c35-2ee42743edf2" providerId="ADAL" clId="{02FA0FFD-5420-4644-8709-216DAE141FCC}" dt="2021-10-01T09:52:56.787" v="3235"/>
        <pc:sldMkLst>
          <pc:docMk/>
          <pc:sldMk cId="296089771" sldId="328"/>
        </pc:sldMkLst>
      </pc:sldChg>
      <pc:sldChg chg="delSp del mod delAnim">
        <pc:chgData name="Xin Chen" userId="6471fb9a-1bd5-45aa-8c35-2ee42743edf2" providerId="ADAL" clId="{02FA0FFD-5420-4644-8709-216DAE141FCC}" dt="2021-09-24T15:28:21.527" v="2681" actId="47"/>
        <pc:sldMkLst>
          <pc:docMk/>
          <pc:sldMk cId="3087120263" sldId="329"/>
        </pc:sldMkLst>
      </pc:sldChg>
      <pc:sldChg chg="delSp del mod delAnim">
        <pc:chgData name="Xin Chen" userId="6471fb9a-1bd5-45aa-8c35-2ee42743edf2" providerId="ADAL" clId="{02FA0FFD-5420-4644-8709-216DAE141FCC}" dt="2021-09-23T15:47:39.456" v="1829" actId="47"/>
        <pc:sldMkLst>
          <pc:docMk/>
          <pc:sldMk cId="628287695" sldId="330"/>
        </pc:sldMkLst>
      </pc:sldChg>
      <pc:sldChg chg="new del">
        <pc:chgData name="Xin Chen" userId="6471fb9a-1bd5-45aa-8c35-2ee42743edf2" providerId="ADAL" clId="{02FA0FFD-5420-4644-8709-216DAE141FCC}" dt="2021-09-23T14:37:39.922" v="128" actId="47"/>
        <pc:sldMkLst>
          <pc:docMk/>
          <pc:sldMk cId="1040095307" sldId="331"/>
        </pc:sldMkLst>
      </pc:sldChg>
      <pc:sldChg chg="addSp modSp new mod ord">
        <pc:chgData name="Xin Chen" userId="6471fb9a-1bd5-45aa-8c35-2ee42743edf2" providerId="ADAL" clId="{02FA0FFD-5420-4644-8709-216DAE141FCC}" dt="2021-09-24T15:33:43.827" v="2837"/>
        <pc:sldMkLst>
          <pc:docMk/>
          <pc:sldMk cId="3440312355" sldId="331"/>
        </pc:sldMkLst>
      </pc:sldChg>
      <pc:sldChg chg="addSp modSp new mod">
        <pc:chgData name="Xin Chen" userId="6471fb9a-1bd5-45aa-8c35-2ee42743edf2" providerId="ADAL" clId="{02FA0FFD-5420-4644-8709-216DAE141FCC}" dt="2021-10-01T09:41:28.861" v="3164" actId="20577"/>
        <pc:sldMkLst>
          <pc:docMk/>
          <pc:sldMk cId="2809984969" sldId="332"/>
        </pc:sldMkLst>
      </pc:sldChg>
      <pc:sldChg chg="addSp delSp modSp new mod modAnim modNotesTx">
        <pc:chgData name="Xin Chen" userId="6471fb9a-1bd5-45aa-8c35-2ee42743edf2" providerId="ADAL" clId="{02FA0FFD-5420-4644-8709-216DAE141FCC}" dt="2021-10-05T07:49:04.899" v="3243"/>
        <pc:sldMkLst>
          <pc:docMk/>
          <pc:sldMk cId="765422492" sldId="333"/>
        </pc:sldMkLst>
      </pc:sldChg>
      <pc:sldChg chg="addSp modSp new mod ord modAnim">
        <pc:chgData name="Xin Chen" userId="6471fb9a-1bd5-45aa-8c35-2ee42743edf2" providerId="ADAL" clId="{02FA0FFD-5420-4644-8709-216DAE141FCC}" dt="2021-10-01T09:53:19.080" v="3237"/>
        <pc:sldMkLst>
          <pc:docMk/>
          <pc:sldMk cId="2075147744" sldId="334"/>
        </pc:sldMkLst>
      </pc:sldChg>
      <pc:sldChg chg="addSp modSp add mod ord modAnim">
        <pc:chgData name="Xin Chen" userId="6471fb9a-1bd5-45aa-8c35-2ee42743edf2" providerId="ADAL" clId="{02FA0FFD-5420-4644-8709-216DAE141FCC}" dt="2021-10-01T09:47:55.087" v="3202"/>
        <pc:sldMkLst>
          <pc:docMk/>
          <pc:sldMk cId="1868933492" sldId="335"/>
        </pc:sldMkLst>
      </pc:sldChg>
      <pc:sldChg chg="modSp new del mod">
        <pc:chgData name="Xin Chen" userId="6471fb9a-1bd5-45aa-8c35-2ee42743edf2" providerId="ADAL" clId="{02FA0FFD-5420-4644-8709-216DAE141FCC}" dt="2021-09-23T15:49:38.966" v="1871" actId="2696"/>
        <pc:sldMkLst>
          <pc:docMk/>
          <pc:sldMk cId="1923275166" sldId="335"/>
        </pc:sldMkLst>
      </pc:sldChg>
      <pc:sldChg chg="modSp new del mod">
        <pc:chgData name="Xin Chen" userId="6471fb9a-1bd5-45aa-8c35-2ee42743edf2" providerId="ADAL" clId="{02FA0FFD-5420-4644-8709-216DAE141FCC}" dt="2021-09-24T15:28:28.449" v="2682" actId="47"/>
        <pc:sldMkLst>
          <pc:docMk/>
          <pc:sldMk cId="149291867" sldId="336"/>
        </pc:sldMkLst>
      </pc:sldChg>
      <pc:sldChg chg="addSp delSp modSp new mod modNotesTx">
        <pc:chgData name="Xin Chen" userId="6471fb9a-1bd5-45aa-8c35-2ee42743edf2" providerId="ADAL" clId="{02FA0FFD-5420-4644-8709-216DAE141FCC}" dt="2021-10-03T20:35:20.647" v="3241" actId="14100"/>
        <pc:sldMkLst>
          <pc:docMk/>
          <pc:sldMk cId="916782171" sldId="337"/>
        </pc:sldMkLst>
      </pc:sldChg>
      <pc:sldChg chg="new del">
        <pc:chgData name="Xin Chen" userId="6471fb9a-1bd5-45aa-8c35-2ee42743edf2" providerId="ADAL" clId="{02FA0FFD-5420-4644-8709-216DAE141FCC}" dt="2021-09-24T15:17:59.757" v="2387" actId="47"/>
        <pc:sldMkLst>
          <pc:docMk/>
          <pc:sldMk cId="4075200289" sldId="338"/>
        </pc:sldMkLst>
      </pc:sldChg>
    </pc:docChg>
  </pc:docChgLst>
  <pc:docChgLst>
    <pc:chgData name="Direnc Pekaslan (staff)" userId="ec2e8837-2d8b-4b4c-8ee7-907821d10e3a" providerId="ADAL" clId="{78A54B75-4E86-54B7-BBC1-7F84FF915B7C}"/>
    <pc:docChg chg="undo custSel modSld">
      <pc:chgData name="Direnc Pekaslan (staff)" userId="ec2e8837-2d8b-4b4c-8ee7-907821d10e3a" providerId="ADAL" clId="{78A54B75-4E86-54B7-BBC1-7F84FF915B7C}" dt="2025-10-01T16:11:44.936" v="50"/>
      <pc:docMkLst>
        <pc:docMk/>
      </pc:docMkLst>
      <pc:sldChg chg="addSp delSp modSp mod">
        <pc:chgData name="Direnc Pekaslan (staff)" userId="ec2e8837-2d8b-4b4c-8ee7-907821d10e3a" providerId="ADAL" clId="{78A54B75-4E86-54B7-BBC1-7F84FF915B7C}" dt="2025-09-23T12:35:59.330" v="1"/>
        <pc:sldMkLst>
          <pc:docMk/>
          <pc:sldMk cId="183741921" sldId="297"/>
        </pc:sldMkLst>
        <pc:spChg chg="add mod">
          <ac:chgData name="Direnc Pekaslan (staff)" userId="ec2e8837-2d8b-4b4c-8ee7-907821d10e3a" providerId="ADAL" clId="{78A54B75-4E86-54B7-BBC1-7F84FF915B7C}" dt="2025-09-23T12:35:59.330" v="1"/>
          <ac:spMkLst>
            <pc:docMk/>
            <pc:sldMk cId="183741921" sldId="297"/>
            <ac:spMk id="3" creationId="{CA9E2BB8-4705-455B-AD8D-137C69D4B485}"/>
          </ac:spMkLst>
        </pc:spChg>
      </pc:sldChg>
      <pc:sldChg chg="modSp">
        <pc:chgData name="Direnc Pekaslan (staff)" userId="ec2e8837-2d8b-4b4c-8ee7-907821d10e3a" providerId="ADAL" clId="{78A54B75-4E86-54B7-BBC1-7F84FF915B7C}" dt="2025-10-01T11:31:53.840" v="18" actId="20577"/>
        <pc:sldMkLst>
          <pc:docMk/>
          <pc:sldMk cId="4203940361" sldId="337"/>
        </pc:sldMkLst>
        <pc:spChg chg="mod">
          <ac:chgData name="Direnc Pekaslan (staff)" userId="ec2e8837-2d8b-4b4c-8ee7-907821d10e3a" providerId="ADAL" clId="{78A54B75-4E86-54B7-BBC1-7F84FF915B7C}" dt="2025-10-01T11:31:53.840" v="18" actId="20577"/>
          <ac:spMkLst>
            <pc:docMk/>
            <pc:sldMk cId="4203940361" sldId="337"/>
            <ac:spMk id="4" creationId="{C02E249C-4E5F-1201-1375-51541BF7FC45}"/>
          </ac:spMkLst>
        </pc:spChg>
      </pc:sldChg>
      <pc:sldChg chg="modSp mod">
        <pc:chgData name="Direnc Pekaslan (staff)" userId="ec2e8837-2d8b-4b4c-8ee7-907821d10e3a" providerId="ADAL" clId="{78A54B75-4E86-54B7-BBC1-7F84FF915B7C}" dt="2025-10-01T13:15:53.780" v="20" actId="20577"/>
        <pc:sldMkLst>
          <pc:docMk/>
          <pc:sldMk cId="3833305338" sldId="344"/>
        </pc:sldMkLst>
        <pc:spChg chg="mod">
          <ac:chgData name="Direnc Pekaslan (staff)" userId="ec2e8837-2d8b-4b4c-8ee7-907821d10e3a" providerId="ADAL" clId="{78A54B75-4E86-54B7-BBC1-7F84FF915B7C}" dt="2025-10-01T13:15:53.780" v="20" actId="20577"/>
          <ac:spMkLst>
            <pc:docMk/>
            <pc:sldMk cId="3833305338" sldId="344"/>
            <ac:spMk id="4" creationId="{32223188-5D88-E740-0CCB-255527B13C6C}"/>
          </ac:spMkLst>
        </pc:spChg>
      </pc:sldChg>
      <pc:sldChg chg="addSp delSp modSp mod">
        <pc:chgData name="Direnc Pekaslan (staff)" userId="ec2e8837-2d8b-4b4c-8ee7-907821d10e3a" providerId="ADAL" clId="{78A54B75-4E86-54B7-BBC1-7F84FF915B7C}" dt="2025-10-01T16:11:44.936" v="50"/>
        <pc:sldMkLst>
          <pc:docMk/>
          <pc:sldMk cId="947127776" sldId="354"/>
        </pc:sldMkLst>
        <pc:spChg chg="add">
          <ac:chgData name="Direnc Pekaslan (staff)" userId="ec2e8837-2d8b-4b4c-8ee7-907821d10e3a" providerId="ADAL" clId="{78A54B75-4E86-54B7-BBC1-7F84FF915B7C}" dt="2025-10-01T16:07:01.456" v="21"/>
          <ac:spMkLst>
            <pc:docMk/>
            <pc:sldMk cId="947127776" sldId="354"/>
            <ac:spMk id="9" creationId="{475F665D-BA1B-5398-45EF-4CC6A3ED5C23}"/>
          </ac:spMkLst>
        </pc:spChg>
        <pc:spChg chg="add mod">
          <ac:chgData name="Direnc Pekaslan (staff)" userId="ec2e8837-2d8b-4b4c-8ee7-907821d10e3a" providerId="ADAL" clId="{78A54B75-4E86-54B7-BBC1-7F84FF915B7C}" dt="2025-10-01T16:09:51.961" v="29" actId="14100"/>
          <ac:spMkLst>
            <pc:docMk/>
            <pc:sldMk cId="947127776" sldId="354"/>
            <ac:spMk id="21" creationId="{2004D16F-5992-245F-645A-6E208132DED4}"/>
          </ac:spMkLst>
        </pc:spChg>
        <pc:graphicFrameChg chg="add mod modGraphic">
          <ac:chgData name="Direnc Pekaslan (staff)" userId="ec2e8837-2d8b-4b4c-8ee7-907821d10e3a" providerId="ADAL" clId="{78A54B75-4E86-54B7-BBC1-7F84FF915B7C}" dt="2025-10-01T16:11:44.936" v="50"/>
          <ac:graphicFrameMkLst>
            <pc:docMk/>
            <pc:sldMk cId="947127776" sldId="354"/>
            <ac:graphicFrameMk id="18" creationId="{6BDC235A-BA5A-CC14-8B61-8A98BA024E8D}"/>
          </ac:graphicFrameMkLst>
        </pc:graphicFrameChg>
        <pc:picChg chg="del">
          <ac:chgData name="Direnc Pekaslan (staff)" userId="ec2e8837-2d8b-4b4c-8ee7-907821d10e3a" providerId="ADAL" clId="{78A54B75-4E86-54B7-BBC1-7F84FF915B7C}" dt="2025-10-01T16:11:27.767" v="45" actId="478"/>
          <ac:picMkLst>
            <pc:docMk/>
            <pc:sldMk cId="947127776" sldId="354"/>
            <ac:picMk id="1026" creationId="{E07685BA-F1DA-99E2-FDBA-5DB0A410D34E}"/>
          </ac:picMkLst>
        </pc:picChg>
      </pc:sldChg>
    </pc:docChg>
  </pc:docChgLst>
  <pc:docChgLst>
    <pc:chgData name="Xin Chen" userId="6471fb9a-1bd5-45aa-8c35-2ee42743edf2" providerId="ADAL" clId="{9E9ADB4A-4AFA-4CF5-8538-0CC0791A1F17}"/>
    <pc:docChg chg="undo custSel addSld delSld modSld sldOrd modSection">
      <pc:chgData name="Xin Chen" userId="6471fb9a-1bd5-45aa-8c35-2ee42743edf2" providerId="ADAL" clId="{9E9ADB4A-4AFA-4CF5-8538-0CC0791A1F17}" dt="2021-06-24T12:55:50.873" v="6675"/>
      <pc:docMkLst>
        <pc:docMk/>
      </pc:docMkLst>
      <pc:sldChg chg="addSp delSp modSp mod modTransition modAnim">
        <pc:chgData name="Xin Chen" userId="6471fb9a-1bd5-45aa-8c35-2ee42743edf2" providerId="ADAL" clId="{9E9ADB4A-4AFA-4CF5-8538-0CC0791A1F17}" dt="2021-06-24T08:59:03.821" v="6570"/>
        <pc:sldMkLst>
          <pc:docMk/>
          <pc:sldMk cId="183741921" sldId="297"/>
        </pc:sldMkLst>
      </pc:sldChg>
      <pc:sldChg chg="addSp delSp modSp mod modTransition delAnim modAnim">
        <pc:chgData name="Xin Chen" userId="6471fb9a-1bd5-45aa-8c35-2ee42743edf2" providerId="ADAL" clId="{9E9ADB4A-4AFA-4CF5-8538-0CC0791A1F17}" dt="2021-06-24T09:17:57.209" v="6585"/>
        <pc:sldMkLst>
          <pc:docMk/>
          <pc:sldMk cId="16838368" sldId="311"/>
        </pc:sldMkLst>
      </pc:sldChg>
      <pc:sldChg chg="addSp delSp modSp mod ord modTransition modAnim">
        <pc:chgData name="Xin Chen" userId="6471fb9a-1bd5-45aa-8c35-2ee42743edf2" providerId="ADAL" clId="{9E9ADB4A-4AFA-4CF5-8538-0CC0791A1F17}" dt="2021-06-24T10:05:29.498" v="6623"/>
        <pc:sldMkLst>
          <pc:docMk/>
          <pc:sldMk cId="1063813703" sldId="317"/>
        </pc:sldMkLst>
      </pc:sldChg>
      <pc:sldChg chg="addSp delSp modSp mod modTransition modAnim">
        <pc:chgData name="Xin Chen" userId="6471fb9a-1bd5-45aa-8c35-2ee42743edf2" providerId="ADAL" clId="{9E9ADB4A-4AFA-4CF5-8538-0CC0791A1F17}" dt="2021-06-24T10:56:00.383" v="6646"/>
        <pc:sldMkLst>
          <pc:docMk/>
          <pc:sldMk cId="3841533033" sldId="318"/>
        </pc:sldMkLst>
      </pc:sldChg>
      <pc:sldChg chg="modSp del mod">
        <pc:chgData name="Xin Chen" userId="6471fb9a-1bd5-45aa-8c35-2ee42743edf2" providerId="ADAL" clId="{9E9ADB4A-4AFA-4CF5-8538-0CC0791A1F17}" dt="2021-06-17T15:31:36.897" v="4586" actId="47"/>
        <pc:sldMkLst>
          <pc:docMk/>
          <pc:sldMk cId="4144775002" sldId="319"/>
        </pc:sldMkLst>
      </pc:sldChg>
      <pc:sldChg chg="addSp delSp modSp mod modTransition modAnim">
        <pc:chgData name="Xin Chen" userId="6471fb9a-1bd5-45aa-8c35-2ee42743edf2" providerId="ADAL" clId="{9E9ADB4A-4AFA-4CF5-8538-0CC0791A1F17}" dt="2021-06-24T12:37:10.581" v="6672"/>
        <pc:sldMkLst>
          <pc:docMk/>
          <pc:sldMk cId="3450791713" sldId="321"/>
        </pc:sldMkLst>
      </pc:sldChg>
      <pc:sldChg chg="addSp delSp modSp mod modTransition modAnim">
        <pc:chgData name="Xin Chen" userId="6471fb9a-1bd5-45aa-8c35-2ee42743edf2" providerId="ADAL" clId="{9E9ADB4A-4AFA-4CF5-8538-0CC0791A1F17}" dt="2021-06-24T10:31:12.677" v="6630"/>
        <pc:sldMkLst>
          <pc:docMk/>
          <pc:sldMk cId="2277771705" sldId="322"/>
        </pc:sldMkLst>
      </pc:sldChg>
      <pc:sldChg chg="addSp delSp modSp mod modTransition modAnim">
        <pc:chgData name="Xin Chen" userId="6471fb9a-1bd5-45aa-8c35-2ee42743edf2" providerId="ADAL" clId="{9E9ADB4A-4AFA-4CF5-8538-0CC0791A1F17}" dt="2021-06-24T09:41:44.362" v="6596"/>
        <pc:sldMkLst>
          <pc:docMk/>
          <pc:sldMk cId="148833656" sldId="323"/>
        </pc:sldMkLst>
      </pc:sldChg>
      <pc:sldChg chg="addSp modSp new mod modTransition">
        <pc:chgData name="Xin Chen" userId="6471fb9a-1bd5-45aa-8c35-2ee42743edf2" providerId="ADAL" clId="{9E9ADB4A-4AFA-4CF5-8538-0CC0791A1F17}" dt="2021-06-24T12:55:50.873" v="6675"/>
        <pc:sldMkLst>
          <pc:docMk/>
          <pc:sldMk cId="4200543708" sldId="324"/>
        </pc:sldMkLst>
      </pc:sldChg>
      <pc:sldChg chg="addSp delSp modSp new mod ord modTransition modAnim">
        <pc:chgData name="Xin Chen" userId="6471fb9a-1bd5-45aa-8c35-2ee42743edf2" providerId="ADAL" clId="{9E9ADB4A-4AFA-4CF5-8538-0CC0791A1F17}" dt="2021-06-24T09:53:40.960" v="6608"/>
        <pc:sldMkLst>
          <pc:docMk/>
          <pc:sldMk cId="1159255801" sldId="325"/>
        </pc:sldMkLst>
      </pc:sldChg>
      <pc:sldChg chg="addSp delSp modSp new mod modTransition">
        <pc:chgData name="Xin Chen" userId="6471fb9a-1bd5-45aa-8c35-2ee42743edf2" providerId="ADAL" clId="{9E9ADB4A-4AFA-4CF5-8538-0CC0791A1F17}" dt="2021-06-24T12:51:10.253" v="6674"/>
        <pc:sldMkLst>
          <pc:docMk/>
          <pc:sldMk cId="338807415" sldId="326"/>
        </pc:sldMkLst>
      </pc:sldChg>
      <pc:sldChg chg="addSp delSp modSp new del mod ord modAnim">
        <pc:chgData name="Xin Chen" userId="6471fb9a-1bd5-45aa-8c35-2ee42743edf2" providerId="ADAL" clId="{9E9ADB4A-4AFA-4CF5-8538-0CC0791A1F17}" dt="2021-06-17T15:32:36.098" v="4597" actId="47"/>
        <pc:sldMkLst>
          <pc:docMk/>
          <pc:sldMk cId="3853054764" sldId="327"/>
        </pc:sldMkLst>
      </pc:sldChg>
      <pc:sldChg chg="addSp delSp modSp add mod modTransition delAnim modAnim">
        <pc:chgData name="Xin Chen" userId="6471fb9a-1bd5-45aa-8c35-2ee42743edf2" providerId="ADAL" clId="{9E9ADB4A-4AFA-4CF5-8538-0CC0791A1F17}" dt="2021-06-24T11:08:34.663" v="6650"/>
        <pc:sldMkLst>
          <pc:docMk/>
          <pc:sldMk cId="296089771" sldId="328"/>
        </pc:sldMkLst>
      </pc:sldChg>
      <pc:sldChg chg="addSp delSp modSp new mod ord modTransition addAnim delAnim modAnim">
        <pc:chgData name="Xin Chen" userId="6471fb9a-1bd5-45aa-8c35-2ee42743edf2" providerId="ADAL" clId="{9E9ADB4A-4AFA-4CF5-8538-0CC0791A1F17}" dt="2021-06-24T11:18:11.688" v="6659"/>
        <pc:sldMkLst>
          <pc:docMk/>
          <pc:sldMk cId="3087120263" sldId="329"/>
        </pc:sldMkLst>
      </pc:sldChg>
      <pc:sldChg chg="addSp delSp modSp add mod modTransition">
        <pc:chgData name="Xin Chen" userId="6471fb9a-1bd5-45aa-8c35-2ee42743edf2" providerId="ADAL" clId="{9E9ADB4A-4AFA-4CF5-8538-0CC0791A1F17}" dt="2021-06-24T12:41:36.257" v="6673"/>
        <pc:sldMkLst>
          <pc:docMk/>
          <pc:sldMk cId="628287695" sldId="330"/>
        </pc:sldMkLst>
      </pc:sldChg>
    </pc:docChg>
  </pc:docChgLst>
  <pc:docChgLst>
    <pc:chgData name="Xin Chen" userId="6471fb9a-1bd5-45aa-8c35-2ee42743edf2" providerId="ADAL" clId="{4FA2E5C3-F50A-49B1-A828-28BB3A656450}"/>
    <pc:docChg chg="undo custSel addSld delSld modSld sldOrd modSection">
      <pc:chgData name="Xin Chen" userId="6471fb9a-1bd5-45aa-8c35-2ee42743edf2" providerId="ADAL" clId="{4FA2E5C3-F50A-49B1-A828-28BB3A656450}" dt="2021-04-12T10:25:33.038" v="2149" actId="1076"/>
      <pc:docMkLst>
        <pc:docMk/>
      </pc:docMkLst>
      <pc:sldChg chg="modSp mod">
        <pc:chgData name="Xin Chen" userId="6471fb9a-1bd5-45aa-8c35-2ee42743edf2" providerId="ADAL" clId="{4FA2E5C3-F50A-49B1-A828-28BB3A656450}" dt="2021-04-12T08:38:53.025" v="742" actId="404"/>
        <pc:sldMkLst>
          <pc:docMk/>
          <pc:sldMk cId="183741921" sldId="297"/>
        </pc:sldMkLst>
      </pc:sldChg>
      <pc:sldChg chg="delSp modSp mod">
        <pc:chgData name="Xin Chen" userId="6471fb9a-1bd5-45aa-8c35-2ee42743edf2" providerId="ADAL" clId="{4FA2E5C3-F50A-49B1-A828-28BB3A656450}" dt="2021-04-12T08:24:06.752" v="100" actId="403"/>
        <pc:sldMkLst>
          <pc:docMk/>
          <pc:sldMk cId="16838368" sldId="311"/>
        </pc:sldMkLst>
      </pc:sldChg>
      <pc:sldChg chg="addSp delSp modSp mod">
        <pc:chgData name="Xin Chen" userId="6471fb9a-1bd5-45aa-8c35-2ee42743edf2" providerId="ADAL" clId="{4FA2E5C3-F50A-49B1-A828-28BB3A656450}" dt="2021-04-12T09:17:10.292" v="1520" actId="20577"/>
        <pc:sldMkLst>
          <pc:docMk/>
          <pc:sldMk cId="1063813703" sldId="317"/>
        </pc:sldMkLst>
      </pc:sldChg>
      <pc:sldChg chg="addSp delSp modSp mod">
        <pc:chgData name="Xin Chen" userId="6471fb9a-1bd5-45aa-8c35-2ee42743edf2" providerId="ADAL" clId="{4FA2E5C3-F50A-49B1-A828-28BB3A656450}" dt="2021-04-12T10:25:33.038" v="2149" actId="1076"/>
        <pc:sldMkLst>
          <pc:docMk/>
          <pc:sldMk cId="3841533033" sldId="318"/>
        </pc:sldMkLst>
      </pc:sldChg>
      <pc:sldChg chg="addSp delSp modSp mod">
        <pc:chgData name="Xin Chen" userId="6471fb9a-1bd5-45aa-8c35-2ee42743edf2" providerId="ADAL" clId="{4FA2E5C3-F50A-49B1-A828-28BB3A656450}" dt="2021-04-12T09:59:51.062" v="1533" actId="20577"/>
        <pc:sldMkLst>
          <pc:docMk/>
          <pc:sldMk cId="4144775002" sldId="319"/>
        </pc:sldMkLst>
      </pc:sldChg>
      <pc:sldChg chg="addSp delSp modSp mod">
        <pc:chgData name="Xin Chen" userId="6471fb9a-1bd5-45aa-8c35-2ee42743edf2" providerId="ADAL" clId="{4FA2E5C3-F50A-49B1-A828-28BB3A656450}" dt="2021-04-12T08:36:11.023" v="571" actId="20577"/>
        <pc:sldMkLst>
          <pc:docMk/>
          <pc:sldMk cId="3450791713" sldId="321"/>
        </pc:sldMkLst>
      </pc:sldChg>
      <pc:sldChg chg="delSp modSp mod">
        <pc:chgData name="Xin Chen" userId="6471fb9a-1bd5-45aa-8c35-2ee42743edf2" providerId="ADAL" clId="{4FA2E5C3-F50A-49B1-A828-28BB3A656450}" dt="2021-04-12T08:24:59.945" v="126" actId="478"/>
        <pc:sldMkLst>
          <pc:docMk/>
          <pc:sldMk cId="2277771705" sldId="322"/>
        </pc:sldMkLst>
      </pc:sldChg>
      <pc:sldChg chg="addSp modSp new mod ord">
        <pc:chgData name="Xin Chen" userId="6471fb9a-1bd5-45aa-8c35-2ee42743edf2" providerId="ADAL" clId="{4FA2E5C3-F50A-49B1-A828-28BB3A656450}" dt="2021-04-12T09:29:48.201" v="1532" actId="20577"/>
        <pc:sldMkLst>
          <pc:docMk/>
          <pc:sldMk cId="148833656" sldId="323"/>
        </pc:sldMkLst>
      </pc:sldChg>
      <pc:sldChg chg="new del">
        <pc:chgData name="Xin Chen" userId="6471fb9a-1bd5-45aa-8c35-2ee42743edf2" providerId="ADAL" clId="{4FA2E5C3-F50A-49B1-A828-28BB3A656450}" dt="2021-04-12T08:23:59.396" v="98" actId="47"/>
        <pc:sldMkLst>
          <pc:docMk/>
          <pc:sldMk cId="1013412636" sldId="323"/>
        </pc:sldMkLst>
      </pc:sldChg>
    </pc:docChg>
  </pc:docChgLst>
  <pc:docChgLst>
    <pc:chgData name="Xin Chen" userId="6471fb9a-1bd5-45aa-8c35-2ee42743edf2" providerId="ADAL" clId="{6BA88E1D-DC2A-4C7B-8D32-8037A9855D61}"/>
    <pc:docChg chg="custSel addSld modSld modSection">
      <pc:chgData name="Xin Chen" userId="6471fb9a-1bd5-45aa-8c35-2ee42743edf2" providerId="ADAL" clId="{6BA88E1D-DC2A-4C7B-8D32-8037A9855D61}" dt="2022-06-30T09:55:29.352" v="412" actId="20577"/>
      <pc:docMkLst>
        <pc:docMk/>
      </pc:docMkLst>
      <pc:sldChg chg="modSp mod">
        <pc:chgData name="Xin Chen" userId="6471fb9a-1bd5-45aa-8c35-2ee42743edf2" providerId="ADAL" clId="{6BA88E1D-DC2A-4C7B-8D32-8037A9855D61}" dt="2022-06-30T08:13:01.093" v="0" actId="20577"/>
        <pc:sldMkLst>
          <pc:docMk/>
          <pc:sldMk cId="183741921" sldId="297"/>
        </pc:sldMkLst>
      </pc:sldChg>
      <pc:sldChg chg="modSp mod">
        <pc:chgData name="Xin Chen" userId="6471fb9a-1bd5-45aa-8c35-2ee42743edf2" providerId="ADAL" clId="{6BA88E1D-DC2A-4C7B-8D32-8037A9855D61}" dt="2022-06-30T08:20:33.508" v="183" actId="12"/>
        <pc:sldMkLst>
          <pc:docMk/>
          <pc:sldMk cId="16838368" sldId="311"/>
        </pc:sldMkLst>
      </pc:sldChg>
      <pc:sldChg chg="addSp modSp mod">
        <pc:chgData name="Xin Chen" userId="6471fb9a-1bd5-45aa-8c35-2ee42743edf2" providerId="ADAL" clId="{6BA88E1D-DC2A-4C7B-8D32-8037A9855D61}" dt="2022-06-30T09:55:29.352" v="412" actId="20577"/>
        <pc:sldMkLst>
          <pc:docMk/>
          <pc:sldMk cId="148833656" sldId="323"/>
        </pc:sldMkLst>
      </pc:sldChg>
      <pc:sldChg chg="modSp mod">
        <pc:chgData name="Xin Chen" userId="6471fb9a-1bd5-45aa-8c35-2ee42743edf2" providerId="ADAL" clId="{6BA88E1D-DC2A-4C7B-8D32-8037A9855D61}" dt="2022-06-30T08:53:22.777" v="303" actId="20577"/>
        <pc:sldMkLst>
          <pc:docMk/>
          <pc:sldMk cId="296089771" sldId="328"/>
        </pc:sldMkLst>
      </pc:sldChg>
      <pc:sldChg chg="modSp mod">
        <pc:chgData name="Xin Chen" userId="6471fb9a-1bd5-45aa-8c35-2ee42743edf2" providerId="ADAL" clId="{6BA88E1D-DC2A-4C7B-8D32-8037A9855D61}" dt="2022-06-30T08:13:39.487" v="9" actId="20577"/>
        <pc:sldMkLst>
          <pc:docMk/>
          <pc:sldMk cId="3440312355" sldId="331"/>
        </pc:sldMkLst>
      </pc:sldChg>
      <pc:sldChg chg="modSp">
        <pc:chgData name="Xin Chen" userId="6471fb9a-1bd5-45aa-8c35-2ee42743edf2" providerId="ADAL" clId="{6BA88E1D-DC2A-4C7B-8D32-8037A9855D61}" dt="2022-06-30T08:49:51.477" v="296" actId="20577"/>
        <pc:sldMkLst>
          <pc:docMk/>
          <pc:sldMk cId="765422492" sldId="333"/>
        </pc:sldMkLst>
      </pc:sldChg>
      <pc:sldChg chg="delSp mod">
        <pc:chgData name="Xin Chen" userId="6471fb9a-1bd5-45aa-8c35-2ee42743edf2" providerId="ADAL" clId="{6BA88E1D-DC2A-4C7B-8D32-8037A9855D61}" dt="2022-06-30T08:54:23.836" v="306" actId="478"/>
        <pc:sldMkLst>
          <pc:docMk/>
          <pc:sldMk cId="916782171" sldId="337"/>
        </pc:sldMkLst>
      </pc:sldChg>
      <pc:sldChg chg="modSp new mod">
        <pc:chgData name="Xin Chen" userId="6471fb9a-1bd5-45aa-8c35-2ee42743edf2" providerId="ADAL" clId="{6BA88E1D-DC2A-4C7B-8D32-8037A9855D61}" dt="2022-06-30T08:54:59.424" v="348" actId="403"/>
        <pc:sldMkLst>
          <pc:docMk/>
          <pc:sldMk cId="1589291086" sldId="338"/>
        </pc:sldMkLst>
      </pc:sldChg>
    </pc:docChg>
  </pc:docChgLst>
</pc:chgInfo>
</file>

<file path=ppt/ink/ink1.xml><?xml version="1.0" encoding="utf-8"?>
<inkml:ink xmlns:inkml="http://www.w3.org/2003/InkML">
  <inkml:definitions/>
</inkml:ink>
</file>

<file path=ppt/ink/ink2.xml><?xml version="1.0" encoding="utf-8"?>
<inkml:ink xmlns:inkml="http://www.w3.org/2003/InkML">
  <inkml:definitions/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8:42.84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 0 0,'220'0'0'0,"-184"0"0"0,40 0 0 0,0 0 0 0,-4 0 0 0,2 0 0 0,9 0 0 0,21 0 0 0,-11 0 0 0,5 0 0 0,15 0 0 0,72 0 0 0,517 0 0 0,-628 0 0 0,34 0 0 0,8 0 0 0,0 0 0 0,4 0 0 0,3 0 0 0,5 0 0 0,0 0 0 0,-2 0 0 0,80 0 0 0,1725 0 0 0,-1855 0 0 0,341 0 0 0,-345 0 0 0,8 0 0 0,106 0 0 0,3416 0 0 0,-3545 0 0 0,27 0 0 0,8 0 0 0,2 0 0 0,-2 0 0 0,-6 0 0 0,-3 0 0 0,-2 0 0 0,0 0 0 0,-5 0 0 0,1 0 0 0,2 0 0 0,0 0 0 0,-2 0 0 0,9 0 0 0,-10 0 0 0,-3 0 0 0,1 0 0 0,2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8:52.3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30 0 0,'0'-30'0'0,"0"11230"0"0,0-11213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0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145 187 2223 0 0,'-11'46'0'0'0,"10"-47"4"0"0,1 0 0 0 0,0 0-1 0 0,0 0 1 0 0,-1 0-1 0 0,1 0 1 0 0,0 0-1 0 0,-1 1 1 0 0,1-1-1 0 0,-1 0 1 0 0,1 0 0 0 0,-1 0-1 0 0,0 0 1 0 0,1 1-1 0 0,-1-1 1 0 0,0 0-1 0 0,0 1 1 0 0,1-1-1 0 0,-3 0 1 0 0,-11-15-8 0 0,-2-17-14 0 0,14 28 76 0 0,1 1 0 0 0,-1-1-1 0 0,0 1 1 0 0,0 0 0 0 0,-1 0 0 0 0,1 0 0 0 0,-1 0-1 0 0,0 0 1 0 0,0 1 0 0 0,-5-6 0 0 0,0 2 1178 0 0,0 0 0 0 0,0-1 1 0 0,-12-16-1 0 0,18 21-1041 0 0,0 1 0 0 0,1 0 0 0 0,-1-1 1 0 0,1 0-1 0 0,-1 1 0 0 0,1-1 0 0 0,0 0 0 0 0,0 0 0 0 0,0 0 0 0 0,0 0 0 0 0,1 1 1 0 0,-1-1-1 0 0,1 0 0 0 0,-1 0 0 0 0,1 0 0 0 0,0 0 0 0 0,1-1 0 0 0,-1 1 1 0 0,1-3-1 0 0,-1 5-32 0 0,0 1 0 0 0,0-1 1 0 0,1 1-1 0 0,-1-1 0 0 0,0 0 0 0 0,0 1 1 0 0,1-1-1 0 0,-1 1 0 0 0,0-1 1 0 0,1 1-1 0 0,-1-1 0 0 0,1 1 1 0 0,-1-1-1 0 0,1 1 0 0 0,-1-1 0 0 0,1 1 1 0 0,-1 0-1 0 0,1-1 0 0 0,-1 1 1 0 0,1 0-1 0 0,-1-1 0 0 0,1 1 1 0 0,0 0-1 0 0,-1 0 0 0 0,2-1 0 0 0,-1 1-33 0 0,1 0 0 0 0,-1 1 0 0 0,0-1 0 0 0,1 0 0 0 0,-1 0 0 0 0,0 1-1 0 0,0-1 1 0 0,1 1 0 0 0,-1-1 0 0 0,0 1 0 0 0,0-1 0 0 0,2 2 0 0 0,5 3-66 0 0,0 1 1 0 0,15 14 0 0 0,-12-10 420 0 0,61 56 423 0 0,-50-44-831 0 0,-7-8 83 0 0,0 1-13 0 0,43 45-56 0 0,-29-31-15 0 0,40 41 14 0 0,-42-44-71 0 0,-3-2-18 0 0,35 46-1 0 0,-45-52-68 0 0,-8-12-15 0 0,-1 1-1 0 0,0-1 1 0 0,0 1 0 0 0,-1 0 0 0 0,1 1 0 0 0,-2-1-1 0 0,1 1 1 0 0,3 9 0 0 0,-7-16 40 0 0,0-1 0 0 0,0 0 1 0 0,0 0-1 0 0,0 1 0 0 0,0-1 1 0 0,0 0-1 0 0,0 0 0 0 0,0 1 0 0 0,0-1 1 0 0,0 0-1 0 0,0 0 0 0 0,0 1 0 0 0,0-1 1 0 0,0 0-1 0 0,0 0 0 0 0,0 1 1 0 0,0-1-1 0 0,0 0 0 0 0,0 0 0 0 0,0 1 1 0 0,0-1-1 0 0,0 0 0 0 0,-1 0 0 0 0,1 1 1 0 0,0-1-1 0 0,0 0 0 0 0,0 0 1 0 0,0 0-1 0 0,0 1 0 0 0,-1-1 0 0 0,1 0 1 0 0,0 0-1 0 0,0 0 0 0 0,0 0 1 0 0,-1 0-1 0 0,1 1 0 0 0,0-1 0 0 0,0 0 1 0 0,-1 0-1 0 0,1 0 0 0 0,-11-3-3664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04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25 2159 0 0,'4'-18'1257'0'0,"-7"11"1578"0"0,2 7-2569 0 0,0 1 1 0 0,-1-1 0 0 0,1 1-1 0 0,0-1 1 0 0,0 1-1 0 0,0-1 1 0 0,-1 1 0 0 0,1 0-1 0 0,0-1 1 0 0,0 1 0 0 0,0 0-1 0 0,0 0 1 0 0,0 0-1 0 0,0 0 1 0 0,0 0 0 0 0,0 0-1 0 0,0 1 1 0 0,-132 169 5411 0 0,79-96-5236 0 0,-174 220 331 0 0,218-282-676 0 0,2-3-18 0 0,1 0 1 0 0,-1 0-1 0 0,2 0 0 0 0,-1 1 1 0 0,2 0-1 0 0,-8 20 0 0 0,12-28 264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0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1 314 1503 0 0,'0'-1'66'0'0,"0"-9"1148"0"0,1 0 1 0 0,0 0-1 0 0,0 0 0 0 0,1 0 1 0 0,6-15-1 0 0,-6 17-913 0 0,1 1-1 0 0,0 0 1 0 0,0 1-1 0 0,1-1 1 0 0,0 0 0 0 0,0 1-1 0 0,1 0 1 0 0,-1 0-1 0 0,1 0 1 0 0,1 1 0 0 0,-1-1-1 0 0,1 1 1 0 0,8-6-1 0 0,-13 11-290 0 0,0-1-1 0 0,0 0 0 0 0,0 1 0 0 0,0-1 1 0 0,1 1-1 0 0,-1-1 0 0 0,0 1 1 0 0,0-1-1 0 0,0 1 0 0 0,0 0 1 0 0,0 0-1 0 0,1-1 0 0 0,-1 1 0 0 0,0 0 1 0 0,0 0-1 0 0,0 0 0 0 0,1 0 1 0 0,1 1-1 0 0,-3-1-7 0 0,1 1 1 0 0,0-1-1 0 0,0 1 1 0 0,0-1-1 0 0,-1 1 1 0 0,1-1-1 0 0,0 1 0 0 0,-1 0 1 0 0,1-1-1 0 0,-1 1 1 0 0,1 0-1 0 0,-1 0 1 0 0,1-1-1 0 0,-1 1 1 0 0,1 0-1 0 0,-1 0 1 0 0,0 0-1 0 0,1-1 0 0 0,-1 2 1 0 0,2 6 6 0 0,-1 0 0 0 0,0-1 1 0 0,-1 1-1 0 0,0 14 0 0 0,0-6 110 0 0,2 32 168 0 0,7 62 693 0 0,-8-99-869 0 0,2 0 0 0 0,-1 0 0 0 0,1 0 0 0 0,1 0 1 0 0,0 0-1 0 0,1-1 0 0 0,7 14 0 0 0,-10-21-101 0 0,0-1-1 0 0,-1 1 1 0 0,1-1 0 0 0,0 0-1 0 0,0 0 1 0 0,0 0 0 0 0,0 0 0 0 0,1 0-1 0 0,-1 0 1 0 0,1-1 0 0 0,-1 1-1 0 0,6 1 1 0 0,-7-2-9 0 0,0-1 1 0 0,1 0-1 0 0,-1 1 0 0 0,0-1 0 0 0,0 0 0 0 0,1 0 0 0 0,-1 0 1 0 0,0 0-1 0 0,1 0 0 0 0,-1 0 0 0 0,0-1 0 0 0,1 1 0 0 0,-1 0 1 0 0,0-1-1 0 0,0 1 0 0 0,0-1 0 0 0,1 1 0 0 0,-1-1 1 0 0,0 1-1 0 0,0-1 0 0 0,0 0 0 0 0,0 0 0 0 0,0 0 0 0 0,0 1 1 0 0,0-1-1 0 0,0 0 0 0 0,0 0 0 0 0,-1 0 0 0 0,1-1 0 0 0,1-1 1 0 0,10-19 85 0 0,-1 0 0 0 0,-1-2 0 0 0,-1 1 1 0 0,12-49-1 0 0,-15 48-199 0 0,15-55-499 0 0,15-111 0 0 0,-35 188 567 0 0,4-30 331 0 0,-5 31-277 0 0,0 1 0 0 0,0 0 0 0 0,0 0 0 0 0,0 0 0 0 0,0 0 0 0 0,0 0 0 0 0,0 0 1 0 0,0 0-1 0 0,0 0 0 0 0,0 0 0 0 0,0-1 0 0 0,0 1 0 0 0,0 0 0 0 0,0 0 0 0 0,0 0 0 0 0,0 0 1 0 0,0 0-1 0 0,0 0 0 0 0,1 0 0 0 0,-1 0 0 0 0,0 0 0 0 0,0 0 0 0 0,0 0 0 0 0,0-1 0 0 0,0 1 1 0 0,0 0-1 0 0,0 0 0 0 0,0 0 0 0 0,0 0 0 0 0,0 0 0 0 0,0 0 0 0 0,0 0 0 0 0,1 0 0 0 0,-1 0 1 0 0,0 0-1 0 0,0 0 0 0 0,0 0 0 0 0,0 0 0 0 0,0 0 0 0 0,0 0 0 0 0,0 0 0 0 0,0 0 0 0 0,0 0 1 0 0,1 0-1 0 0,-1 0 0 0 0,0 0 0 0 0,0 0 0 0 0,0 0 0 0 0,0 0 0 0 0,0 0 0 0 0,0 0 0 0 0,0 0 1 0 0,0 0-1 0 0,0 0 0 0 0,1 0 0 0 0,-1 0 0 0 0,0 0 0 0 0,0 0 0 0 0,0 0 0 0 0,0 0 0 0 0,0 1 1 0 0,0-1-1 0 0,0 0 0 0 0,0 0 0 0 0,0 0 0 0 0,5 17 708 0 0,17 160 1655 0 0,-14-98-1770 0 0,48 454 1725 0 0,-52-497-2323 0 0,-2 0 1 0 0,-1-1-1 0 0,-1 1 1 0 0,-2 0-1 0 0,-9 46 0 0 0,8-68-2 0 0,-1-1 0 0 0,0 0-1 0 0,-1-1 1 0 0,0 1 0 0 0,-1-1 0 0 0,0 0-1 0 0,-12 17 1 0 0,13-22-2 0 0,-1 0 0 0 0,0-1-1 0 0,-1 1 1 0 0,1-1 0 0 0,-1 0 0 0 0,0-1 0 0 0,-1 0-1 0 0,1 0 1 0 0,-1 0 0 0 0,0-1 0 0 0,0 0-1 0 0,-12 3 1 0 0,12-5-1 0 0,0 0 0 0 0,1 0 0 0 0,-1-1 0 0 0,0 0 0 0 0,0 0 0 0 0,0-1 0 0 0,0 0 0 0 0,0 0 0 0 0,-15-3 1 0 0,8-1-470 0 0,0 0 1 0 0,1-1 0 0 0,0 0 0 0 0,-19-10 0 0 0,-2-4-6576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175 176 2031 0 0,'16'-21'5010'0'0,"-17"32"-3055"0"0,-1-1 0 0 0,-4 18 0 0 0,3-20-1704 0 0,-1 0 0 0 0,1-1 0 0 0,-2 1 0 0 0,1-1 0 0 0,-1 0 0 0 0,0-1 0 0 0,0 1 0 0 0,-13 11 0 0 0,16-16-229 0 0,1-1 0 0 0,-1 0 0 0 0,0 1 0 0 0,0-1 0 0 0,0 0 0 0 0,0 0 0 0 0,0 0 0 0 0,0 0 0 0 0,0 0 0 0 0,0-1 0 0 0,0 1 0 0 0,-1-1 0 0 0,1 1 0 0 0,0-1 0 0 0,0 0 0 0 0,0 0 0 0 0,-1 0 0 0 0,1 0 0 0 0,0 0 0 0 0,0 0 0 0 0,-1-1 0 0 0,1 1 0 0 0,0-1 0 0 0,0 0 0 0 0,0 1 0 0 0,0-1 0 0 0,0 0 0 0 0,0 0 0 0 0,0 0 0 0 0,0-1 0 0 0,0 1 0 0 0,0 0 0 0 0,1-1 0 0 0,-1 1 0 0 0,0-1 0 0 0,1 1 0 0 0,-1-1 0 0 0,0-2 0 0 0,-4-3 8 0 0,0 0 0 0 0,0 0-1 0 0,1-1 1 0 0,0 0-1 0 0,1 0 1 0 0,0 0 0 0 0,0 0-1 0 0,-4-14 1 0 0,7 17-30 0 0,0 0 1 0 0,0 0-1 0 0,1 0 0 0 0,-1 0 0 0 0,1-1 1 0 0,0 1-1 0 0,1 0 0 0 0,-1 0 1 0 0,1 0-1 0 0,0 0 0 0 0,0 0 1 0 0,0 0-1 0 0,1 0 0 0 0,0 0 1 0 0,0 0-1 0 0,4-6 0 0 0,-2 4 0 0 0,1-1 0 0 0,0 1 0 0 0,0 0 0 0 0,0 1 0 0 0,1-1 0 0 0,0 1 0 0 0,1 0 0 0 0,-1 1 0 0 0,1-1 0 0 0,0 1 0 0 0,0 1 0 0 0,12-7 0 0 0,-14 9 0 0 0,0 1 0 0 0,0-1 0 0 0,0 0 0 0 0,0 1 0 0 0,1 0 0 0 0,-1 1 0 0 0,0-1 0 0 0,0 1 0 0 0,1 0 0 0 0,-1 0 0 0 0,0 0 0 0 0,1 1 0 0 0,-1 0 0 0 0,0 0 0 0 0,0 0 0 0 0,0 1 0 0 0,0 0 0 0 0,0 0 0 0 0,0 0 0 0 0,0 0 0 0 0,6 5 0 0 0,-5-3 2 0 0,0 0 0 0 0,-1 0 1 0 0,1 1-1 0 0,-1-1 0 0 0,0 1 0 0 0,-1 1 0 0 0,1-1 0 0 0,-1 1 0 0 0,0-1 0 0 0,0 1 0 0 0,0 0 0 0 0,-1 1 0 0 0,0-1 0 0 0,-1 1 0 0 0,1-1 1 0 0,-1 1-1 0 0,0 0 0 0 0,-1 0 0 0 0,0-1 0 0 0,0 1 0 0 0,0 0 0 0 0,-1 0 0 0 0,0 0 0 0 0,0 1 0 0 0,-1-1 0 0 0,0 0 0 0 0,0-1 1 0 0,0 1-1 0 0,-1 0 0 0 0,0 0 0 0 0,-6 11 0 0 0,1-1 47 0 0,-18 40 2 0 0,24-53-55 0 0,-1-1 0 0 0,0 0 0 0 0,-1 1 1 0 0,1-1-1 0 0,0 0 0 0 0,-1 0 0 0 0,0 0 0 0 0,0-1 1 0 0,0 1-1 0 0,0 0 0 0 0,0-1 0 0 0,-5 3 1 0 0,-6-3-756 0 0,6-6-3556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1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130 335 1503 0 0,'0'0'34'0'0,"0"0"-1"0"0,0 0 1 0 0,0 0-1 0 0,-1 0 1 0 0,1 0-1 0 0,0 0 1 0 0,0 0-1 0 0,0 0 0 0 0,0 0 1 0 0,-1 0-1 0 0,1 0 1 0 0,0 0-1 0 0,0 0 1 0 0,0-1-1 0 0,0 1 1 0 0,-1 0-1 0 0,1 0 0 0 0,0 0 1 0 0,0 0-1 0 0,0 0 1 0 0,0 0-1 0 0,0 0 1 0 0,0-1-1 0 0,-1 1 0 0 0,1 0 1 0 0,0 0-1 0 0,0 0 1 0 0,0 0-1 0 0,0 0 1 0 0,0-1-1 0 0,0 1 1 0 0,0 0-1 0 0,0 0 0 0 0,0 0 1 0 0,0 0-1 0 0,0-1 1 0 0,0 1-1 0 0,0 0 1 0 0,0 0-1 0 0,0 0 1 0 0,0 0-1 0 0,0-1 0 0 0,0 1 1 0 0,0 0-1 0 0,0 0 1 0 0,0 0-1 0 0,0 0 1 0 0,0-1-1 0 0,0 1 0 0 0,0 0 1 0 0,0 0-1 0 0,0 0 1 0 0,0 0-1 0 0,0 0 1 0 0,1-1-1 0 0,7-11 4102 0 0,-2 7 36 0 0,-15 18-2187 0 0,0-3-1545 0 0,0 0 1 0 0,-1 0-1 0 0,-18 13 0 0 0,28-22-437 0 0,-1-1 0 0 0,0 1 0 0 0,0-1 0 0 0,1 0 0 0 0,-1 1 0 0 0,0-1 0 0 0,0 0 0 0 0,0 1 0 0 0,0-1 0 0 0,1 0 0 0 0,-1 0 0 0 0,0 0 0 0 0,0 0 0 0 0,0 0 0 0 0,0 0 0 0 0,0 0 0 0 0,0 0 0 0 0,1 0 0 0 0,-1 0 0 0 0,0 0 0 0 0,0-1 0 0 0,0 1 0 0 0,0 0 0 0 0,1-1 0 0 0,-3 0 0 0 0,1 0 4 0 0,0-1 1 0 0,0 0 0 0 0,1 1-1 0 0,-1-1 1 0 0,0 0 0 0 0,1 0-1 0 0,-1 0 1 0 0,1 0 0 0 0,-2-3-1 0 0,-2-5 15 0 0,1 0-1 0 0,0 0 1 0 0,-3-12-1 0 0,3 9-44 0 0,1-1-1 0 0,0 1 0 0 0,1-1 0 0 0,0 0 1 0 0,1 0-1 0 0,1 0 0 0 0,0 0 0 0 0,4-19 1 0 0,-2 23 4 0 0,0-1 0 0 0,1 1 0 0 0,1 0 0 0 0,0 0 0 0 0,0 0 0 0 0,1 1 0 0 0,0-1 0 0 0,1 1 1 0 0,0 0-1 0 0,0 1 0 0 0,12-13 0 0 0,-16 18 20 0 0,1 0 0 0 0,0 0 0 0 0,1 0 0 0 0,-1 1 0 0 0,0-1 0 0 0,1 1 0 0 0,0-1 0 0 0,-1 1 0 0 0,1 0 0 0 0,0 1 0 0 0,0-1 0 0 0,0 1 0 0 0,0-1 0 0 0,0 1 0 0 0,1 1 0 0 0,7-2 0 0 0,-5 2 12 0 0,-1 1 0 0 0,0 0-1 0 0,1 0 1 0 0,-1 0-1 0 0,0 1 1 0 0,0 0 0 0 0,0 0-1 0 0,0 1 1 0 0,0 0-1 0 0,9 5 1 0 0,-6-2 37 0 0,0 1-1 0 0,-1 0 1 0 0,1 0 0 0 0,-1 0-1 0 0,-1 1 1 0 0,0 1 0 0 0,0-1-1 0 0,6 10 1 0 0,-10-13 32 0 0,0-1 0 0 0,0 0-1 0 0,-1 1 1 0 0,0 0 0 0 0,1-1-1 0 0,-2 1 1 0 0,1 0 0 0 0,0 0 0 0 0,-1 0-1 0 0,0 0 1 0 0,0 1 0 0 0,-1-1 0 0 0,1 0-1 0 0,-1 0 1 0 0,0 0 0 0 0,-1 1-1 0 0,1-1 1 0 0,-3 9 0 0 0,2-12-77 0 0,1-1 0 0 0,-1 0 1 0 0,0 1-1 0 0,0-1 0 0 0,0 0 0 0 0,0 0 1 0 0,0 1-1 0 0,0-1 0 0 0,0 0 0 0 0,-1 0 1 0 0,1 0-1 0 0,0 0 0 0 0,-1-1 0 0 0,1 1 0 0 0,0 0 1 0 0,-1 0-1 0 0,1-1 0 0 0,-1 1 0 0 0,1-1 1 0 0,-1 0-1 0 0,1 1 0 0 0,-3-1 0 0 0,0 1-166 0 0,0-1 0 0 0,0 0 0 0 0,0 0 0 0 0,0 0 0 0 0,0 0 0 0 0,0 0 0 0 0,-6-3 0 0 0,-3 0-798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1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195 341 455 0 0,'-4'4'8541'0'0,"-7"2"-4255"0"0,7-6-3914 0 0,1 1-1 0 0,-1 0 1 0 0,1 0-1 0 0,0 0 1 0 0,-1 0-1 0 0,1 1 1 0 0,-6 3-1 0 0,-16 5 357 0 0,21-9-716 0 0,0 0 0 0 0,0-1 0 0 0,0 0 0 0 0,0 0 0 0 0,0 0 0 0 0,-1 0 1 0 0,1 0-1 0 0,0-1 0 0 0,0 0 0 0 0,0 0 0 0 0,0 0 0 0 0,0 0 0 0 0,0-1 0 0 0,0 1 0 0 0,0-1 0 0 0,1 0 0 0 0,-1 0 0 0 0,1-1 1 0 0,-1 1-1 0 0,1-1 0 0 0,0 1 0 0 0,0-1 0 0 0,0 0 0 0 0,0 0 0 0 0,1-1 0 0 0,-4-3 0 0 0,4 3-12 0 0,-1 0 0 0 0,1-1 0 0 0,0 1-1 0 0,0 0 1 0 0,0-1 0 0 0,1 1 0 0 0,-1-1 0 0 0,1 0-1 0 0,0 1 1 0 0,1-1 0 0 0,-1 0 0 0 0,1 0-1 0 0,0 1 1 0 0,0-1 0 0 0,0 0 0 0 0,1 0 0 0 0,0 0-1 0 0,0 1 1 0 0,0-1 0 0 0,0 1 0 0 0,1-1-1 0 0,2-6 1 0 0,7-8-11 0 0,1 0-1 0 0,0 1 0 0 0,1 0 1 0 0,1 1-1 0 0,0 1 0 0 0,2 0 1 0 0,0 1-1 0 0,0 0 0 0 0,1 2 1 0 0,1 0-1 0 0,33-18 0 0 0,-48 29 12 0 0,0 1-1 0 0,0 0 0 0 0,0 0 1 0 0,0 0-1 0 0,-1 1 1 0 0,2-1-1 0 0,-1 1 1 0 0,0-1-1 0 0,0 1 0 0 0,0 0 1 0 0,0 0-1 0 0,0 0 1 0 0,0 1-1 0 0,0-1 1 0 0,0 1-1 0 0,0-1 0 0 0,0 1 1 0 0,0 0-1 0 0,0 0 1 0 0,-1 1-1 0 0,1-1 0 0 0,0 0 1 0 0,0 1-1 0 0,-1 0 1 0 0,1 0-1 0 0,-1-1 1 0 0,0 1-1 0 0,0 1 0 0 0,1-1 1 0 0,-1 0-1 0 0,0 1 1 0 0,-1-1-1 0 0,1 1 0 0 0,0-1 1 0 0,1 4-1 0 0,0 0 68 0 0,0 0 1 0 0,-1 0-1 0 0,1 0 0 0 0,-1 0 0 0 0,0 0 0 0 0,-1 0 0 0 0,1 1 0 0 0,-1-1 0 0 0,-1 0 0 0 0,1 1 1 0 0,-1-1-1 0 0,0 1 0 0 0,-1-1 0 0 0,1 1 0 0 0,-1-1 0 0 0,-2 7 0 0 0,2-11-17 0 0,0 1 0 0 0,0-1-1 0 0,0 0 1 0 0,0 0 0 0 0,0 0-1 0 0,0 1 1 0 0,-1-1 0 0 0,1-1-1 0 0,-1 1 1 0 0,1 0 0 0 0,-1 0-1 0 0,0-1 1 0 0,0 1 0 0 0,0 0-1 0 0,0-1 1 0 0,0 0 0 0 0,0 0-1 0 0,0 1 1 0 0,0-1 0 0 0,0 0-1 0 0,-1-1 1 0 0,1 1 0 0 0,0 0-1 0 0,-1-1 1 0 0,-2 1 0 0 0,-28-1-929 0 0,1-7-4596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94 228 455 0 0,'3'0'538'0'0,"0"0"25"0"0,0 0 0 0 0,0 0 0 0 0,0 0-1 0 0,0 1 1 0 0,0-1 0 0 0,0 1 0 0 0,4 1 0 0 0,-7-2-378 0 0,1 0 0 0 0,0 1 1 0 0,-1-1-1 0 0,1 1 0 0 0,-1-1 1 0 0,1 1-1 0 0,-1-1 0 0 0,1 1 1 0 0,-1 0-1 0 0,1-1 0 0 0,-1 1 0 0 0,0-1 1 0 0,1 1-1 0 0,-1 0 0 0 0,0 0 1 0 0,1-1-1 0 0,-1 1 0 0 0,0 0 1 0 0,0-1-1 0 0,0 1 0 0 0,0 0 1 0 0,0 0-1 0 0,0-1 0 0 0,0 1 1 0 0,0 0-1 0 0,0 0 0 0 0,0-1 1 0 0,0 1-1 0 0,0 0 0 0 0,0 0 1 0 0,-1-1-1 0 0,1 1 0 0 0,0 0 1 0 0,-1-1-1 0 0,0 2 0 0 0,1 0 84 0 0,-1-1 0 0 0,0 1 0 0 0,0 0 0 0 0,0 0 0 0 0,0-1 1 0 0,0 1-1 0 0,-1-1 0 0 0,1 1 0 0 0,0-1 0 0 0,-1 1 0 0 0,1-1 0 0 0,-1 0 0 0 0,1 0 0 0 0,-1 0 0 0 0,0 0 0 0 0,1 0 0 0 0,-4 1 0 0 0,3-1-210 0 0,-1 0 0 0 0,0 0 0 0 0,1 0 0 0 0,-1-1 0 0 0,1 1 0 0 0,-1-1 0 0 0,0 0 0 0 0,0 1 1 0 0,1-1-1 0 0,-1 0 0 0 0,0-1 0 0 0,1 1 0 0 0,-1 0 0 0 0,0-1 0 0 0,1 0 0 0 0,-1 1 0 0 0,1-1 0 0 0,-1 0 0 0 0,-2-2 0 0 0,1 1-33 0 0,0-1 0 0 0,1 0-1 0 0,-1 0 1 0 0,1 0 0 0 0,0-1 0 0 0,0 1-1 0 0,0-1 1 0 0,0 1 0 0 0,1-1-1 0 0,-1 0 1 0 0,1 0 0 0 0,0-1 0 0 0,0 1-1 0 0,1 0 1 0 0,-1 0 0 0 0,1-1 0 0 0,0 1-1 0 0,0-1 1 0 0,1 1 0 0 0,-1-1-1 0 0,1 0 1 0 0,0 1 0 0 0,0-1 0 0 0,1-7-1 0 0,1 4-52 0 0,-1-1 0 0 0,2 0-1 0 0,-1 1 1 0 0,1-1-1 0 0,1 1 1 0 0,-1 0 0 0 0,1 0-1 0 0,1 0 1 0 0,-1 1 0 0 0,1 0-1 0 0,12-13 1 0 0,-11 13-7 0 0,1 0 0 0 0,-1 1 1 0 0,1 0-1 0 0,1 0 0 0 0,-1 1 0 0 0,1 0 1 0 0,0 0-1 0 0,0 1 0 0 0,12-5 0 0 0,-17 8 94 0 0,1 0-1 0 0,0 0 0 0 0,-1 0 0 0 0,1 1 0 0 0,0-1 0 0 0,0 1 1 0 0,-1 0-1 0 0,1 0 0 0 0,0 1 0 0 0,0-1 0 0 0,0 1 0 0 0,-1-1 0 0 0,1 1 1 0 0,0 0-1 0 0,-1 1 0 0 0,1-1 0 0 0,-1 1 0 0 0,1-1 0 0 0,-1 1 0 0 0,0 0 1 0 0,0 0-1 0 0,0 1 0 0 0,0-1 0 0 0,5 6 0 0 0,-3-3-164 0 0,0 1 0 0 0,-1-1 0 0 0,1 1-1 0 0,-2 0 1 0 0,1 1 0 0 0,-1-1 0 0 0,1 0 0 0 0,-2 1 0 0 0,1 0-1 0 0,-1 0 1 0 0,0 0 0 0 0,-1 0 0 0 0,1 0 0 0 0,0 12-1 0 0,-2-14 101 0 0,0-1 0 0 0,0 1 0 0 0,0 0 0 0 0,-1-1 0 0 0,0 0 0 0 0,0 1 0 0 0,0-1 0 0 0,0 1 0 0 0,0-1-1 0 0,-1 0 1 0 0,0 0 0 0 0,0 0 0 0 0,0 0 0 0 0,-1 0 0 0 0,1 0 0 0 0,-1 0 0 0 0,0-1 0 0 0,0 1 0 0 0,0-1 0 0 0,0 0-1 0 0,-1 0 1 0 0,1 0 0 0 0,-8 4 0 0 0,8-5-17 0 0,0-1 0 0 0,0 0 0 0 0,0 1 0 0 0,-1-1-1 0 0,1 0 1 0 0,0-1 0 0 0,0 1 0 0 0,-1 0 0 0 0,1-1 0 0 0,0 0-1 0 0,-1 0 1 0 0,1 0 0 0 0,-1 0 0 0 0,-4-1 0 0 0,-2-2-719 0 0,1 0 0 0 0,-1 0 1 0 0,-13-8-1 0 0,14 7-349 0 0,-1 0-3921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128 327 999 0 0,'0'0'994'0'0,"-10"11"8251"0"0,7-10-9043 0 0,-1 0-1 0 0,0-1 1 0 0,1 1-1 0 0,-1-1 1 0 0,0 0-1 0 0,0 0 1 0 0,1 0 0 0 0,-1-1-1 0 0,0 1 1 0 0,1-1-1 0 0,-1 0 1 0 0,0 0 0 0 0,1 0-1 0 0,-1 0 1 0 0,1-1-1 0 0,0 0 1 0 0,-1 1 0 0 0,1-1-1 0 0,0 0 1 0 0,0-1-1 0 0,0 1 1 0 0,-4-4-1 0 0,4 3-159 0 0,0 0 0 0 0,0 0 0 0 0,1 0 0 0 0,-1-1 0 0 0,1 1 0 0 0,-1-1 0 0 0,1 1 0 0 0,0-1 0 0 0,0 0 0 0 0,1 0 0 0 0,-1 0 0 0 0,1 0 0 0 0,0 0 0 0 0,0 0 0 0 0,0 0 0 0 0,1 0-1 0 0,-1 0 1 0 0,1 0 0 0 0,0-1 0 0 0,0-3 0 0 0,3-3-51 0 0,-1 1-1 0 0,1 0 0 0 0,1 0 0 0 0,0 0 1 0 0,0 0-1 0 0,12-17 0 0 0,40-50-85 0 0,-51 71 94 0 0,0 0 13 0 0,0 1 0 0 0,1 0-1 0 0,0 0 1 0 0,0 0 0 0 0,0 1 0 0 0,0 0-1 0 0,0 0 1 0 0,1 0 0 0 0,0 1 0 0 0,0 0-1 0 0,0 1 1 0 0,0-1 0 0 0,9-1 0 0 0,-12 3-4 0 0,0 0 0 0 0,0 1 0 0 0,-1-1 0 0 0,1 1 0 0 0,0 0 0 0 0,0 0 0 0 0,0 0 0 0 0,0 0 0 0 0,-1 1 0 0 0,1 0 1 0 0,0 0-1 0 0,0 0 0 0 0,-1 0 0 0 0,1 0 0 0 0,0 1 0 0 0,-1-1 0 0 0,1 1 0 0 0,-1 0 0 0 0,0 0 0 0 0,0 0 0 0 0,0 1 0 0 0,0-1 1 0 0,0 1-1 0 0,0 0 0 0 0,-1 0 0 0 0,5 5 0 0 0,-3 0 102 0 0,-1 1-1 0 0,0-1 1 0 0,-1 1-1 0 0,1-1 1 0 0,-2 1 0 0 0,1 0-1 0 0,-1 0 1 0 0,-1 0 0 0 0,1-1-1 0 0,-1 1 1 0 0,-1 0 0 0 0,-3 16-1 0 0,2-19-101 0 0,0 0-1 0 0,0-1 1 0 0,-1 1-1 0 0,0-1 0 0 0,0 1 1 0 0,-1-1-1 0 0,1 0 1 0 0,-1 0-1 0 0,0 0 1 0 0,0-1-1 0 0,-1 0 0 0 0,0 1 1 0 0,1-1-1 0 0,-1-1 1 0 0,0 1-1 0 0,-9 3 1 0 0,1 1-28 0 0,0-2 1 0 0,-1 0 0 0 0,0 0-1 0 0,0-1 1 0 0,-26 5 0 0 0,18-9-109 0 0,18-1-251 0 0,0 0 1 0 0,0 1 0 0 0,0-1 0 0 0,0 1 0 0 0,-8 2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 1831 0 0,'-2'-2'0'0'0,"0"0"0"0"0,0 2 0 0 0,2-2 0 0 0,0 1 0 0 0,-2-3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120 171 1831 0 0,'0'-2'0'0'0,"0"0"0"0"0,1 2 0 0 0,-2 0 0 0 0,4 11 993 0 0,1-3 2910 0 0,-21 19 2791 0 0,-12 12-2722 0 0,28-38-3943 0 0,0 1 1 0 0,0-1 0 0 0,1 0 0 0 0,-1 0 0 0 0,0 0 0 0 0,0 0-1 0 0,0-1 1 0 0,0 1 0 0 0,-1 0 0 0 0,1 0 0 0 0,0-1 0 0 0,0 1-1 0 0,0 0 1 0 0,-1-1 0 0 0,1 1 0 0 0,0-1 0 0 0,0 0-1 0 0,-1 1 1 0 0,1-1 0 0 0,0 0 0 0 0,-1 0 0 0 0,1 0 0 0 0,0 0-1 0 0,-1 0 1 0 0,1 0 0 0 0,0 0 0 0 0,-1 0 0 0 0,1-1 0 0 0,0 1-1 0 0,-1 0 1 0 0,1-1 0 0 0,0 1 0 0 0,0-1 0 0 0,-1 1 0 0 0,1-1-1 0 0,0 0 1 0 0,0 0 0 0 0,0 1 0 0 0,0-1 0 0 0,0 0 0 0 0,0 0-1 0 0,0 0 1 0 0,0 0 0 0 0,-1-2 0 0 0,-1 0 68 0 0,0-1 0 0 0,0 0 0 0 0,1 0 0 0 0,-1 0 0 0 0,1 0 0 0 0,0 0 0 0 0,0-1 0 0 0,0 1 0 0 0,1-1 0 0 0,0 1 0 0 0,-2-9 0 0 0,3 5-102 0 0,0-1-1 0 0,1 1 0 0 0,0 0 1 0 0,0-1-1 0 0,1 1 0 0 0,0 0 1 0 0,0 0-1 0 0,1 0 0 0 0,0 1 1 0 0,1-1-1 0 0,-1 1 0 0 0,2-1 1 0 0,-1 1-1 0 0,1 0 1 0 0,0 1-1 0 0,0-1 0 0 0,1 1 1 0 0,-1 0-1 0 0,1 0 0 0 0,1 1 1 0 0,-1 0-1 0 0,1 0 0 0 0,0 0 1 0 0,0 1-1 0 0,1 0 0 0 0,11-5 1 0 0,-11 7-4 0 0,-1 0 0 0 0,1 0 1 0 0,-1 1-1 0 0,1 0 0 0 0,0 1 0 0 0,-1-1 1 0 0,1 1-1 0 0,0 1 0 0 0,8 1 1 0 0,-11-2 3 0 0,-1 1 0 0 0,1 0 0 0 0,0 0 0 0 0,-1 1 0 0 0,1-1 1 0 0,-1 1-1 0 0,0 0 0 0 0,1 0 0 0 0,-1 1 0 0 0,0-1 0 0 0,0 1 1 0 0,-1 0-1 0 0,1 0 0 0 0,0 0 0 0 0,5 8 0 0 0,-7-8 3 0 0,-1 0 0 0 0,0 0-1 0 0,0 0 1 0 0,0 0 0 0 0,0 0-1 0 0,0 0 1 0 0,0 1 0 0 0,-1-1-1 0 0,0 0 1 0 0,1 1 0 0 0,-1-1-1 0 0,-1 0 1 0 0,1 1 0 0 0,0-1-1 0 0,-1 0 1 0 0,0 0 0 0 0,1 1-1 0 0,-1-1 1 0 0,-1 0 0 0 0,1 0-1 0 0,0 0 1 0 0,-1 0 0 0 0,-1 3-1 0 0,-3 4-4 0 0,-1 1-1 0 0,0-1 1 0 0,0 0 0 0 0,-16 16-1 0 0,20-23-495 0 0,0 0-1 0 0,-1 0 1 0 0,1-1-1 0 0,-1 1 0 0 0,1-1 1 0 0,-1 0-1 0 0,0 0 1 0 0,0 0-1 0 0,0 0 1 0 0,0-1-1 0 0,-7 2 1 0 0,2-1-5332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2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33 2031 0 0,'0'-1'128'0'0,"0"-1"0"0"0,0 0 0 0 0,0 1 0 0 0,0-1-1 0 0,0 0 1 0 0,0 0 0 0 0,-1 1 0 0 0,1-1-1 0 0,-1 0 1 0 0,1 1 0 0 0,-1-1 0 0 0,1 0-1 0 0,-1 1 1 0 0,0-1 0 0 0,0 1 0 0 0,0-1-1 0 0,-1-1 1 0 0,1 3-59 0 0,1 0 0 0 0,-1-1 0 0 0,1 1-1 0 0,-1 0 1 0 0,1 0 0 0 0,-1 0 0 0 0,1-1 0 0 0,-1 1 0 0 0,1 0-1 0 0,-1 0 1 0 0,1 0 0 0 0,-1 0 0 0 0,1 0 0 0 0,-1 0 0 0 0,1 0-1 0 0,-1 0 1 0 0,1 0 0 0 0,-1 1 0 0 0,1-1 0 0 0,-1 0 0 0 0,0 0-1 0 0,-17 14 49 0 0,0 0-348 0 0,17-14 343 0 0,-1 1 0 0 0,1 0 0 0 0,-1 0 0 0 0,1 0-1 0 0,0 0 1 0 0,0 0 0 0 0,-1 0 0 0 0,1 0 0 0 0,0 0 0 0 0,0 1 0 0 0,0-1-1 0 0,0 0 1 0 0,0 1 0 0 0,1-1 0 0 0,-1 1 0 0 0,0-1 0 0 0,1 1 0 0 0,-1-1-1 0 0,1 1 1 0 0,-1 0 0 0 0,1-1 0 0 0,0 1 0 0 0,-1 0 0 0 0,1-1 0 0 0,0 1 0 0 0,1 2-1 0 0,-1-4-40 0 0,0 1-1 0 0,0-1 1 0 0,0 0-1 0 0,0 1 1 0 0,1-1-1 0 0,-1 0 0 0 0,0 0 1 0 0,0 1-1 0 0,1-1 1 0 0,-1 0-1 0 0,0 0 1 0 0,0 1-1 0 0,1-1 0 0 0,-1 0 1 0 0,0 0-1 0 0,1 0 1 0 0,-1 1-1 0 0,0-1 1 0 0,1 0-1 0 0,-1 0 1 0 0,0 0-1 0 0,1 0 0 0 0,-1 0 1 0 0,0 0-1 0 0,1 0 1 0 0,-1 0-1 0 0,1 0 1 0 0,-1 0-1 0 0,0 0 0 0 0,1 0 1 0 0,-1 0-1 0 0,0 0 1 0 0,1 0-1 0 0,-1 0 1 0 0,0 0-1 0 0,1 0 1 0 0,-1-1-1 0 0,0 1 0 0 0,1 0 1 0 0,-1 0-1 0 0,0 0 1 0 0,1 0-1 0 0,-1-1 1 0 0,0 1-1 0 0,1-1 0 0 0,22-10 907 0 0,-16 7-511 0 0,-4 3-540 0 0,1-1 0 0 0,0 1 0 0 0,0-1 0 0 0,-1 1 0 0 0,1 0 0 0 0,0 1 0 0 0,0-1 1 0 0,5 1-1 0 0,-3 0-4512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3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23 2263 0 0,'4'-12'-192'0'0,"-4"2"4790"0"0,0 10-4506 0 0,1 0 1 0 0,-1 0-1 0 0,1 0 0 0 0,-1 1 1 0 0,0-1-1 0 0,1 0 1 0 0,-1 0-1 0 0,0 1 1 0 0,0-1-1 0 0,1 0 1 0 0,-1 0-1 0 0,0 1 0 0 0,0-1 1 0 0,1 0-1 0 0,-1 1 1 0 0,0-1-1 0 0,0 0 1 0 0,0 1-1 0 0,1-1 1 0 0,-1 0-1 0 0,0 1 0 0 0,0-1 1 0 0,0 0-1 0 0,0 1 1 0 0,0-1-1 0 0,0 1 1 0 0,0-1-1 0 0,0 0 1 0 0,0 1-1 0 0,0-1 0 0 0,0 0 1 0 0,0 1-1 0 0,0-1 1 0 0,0 1-1 0 0,0-1 1 0 0,0 0-1 0 0,0 1 0 0 0,-1 0 1 0 0,-4 14 1178 0 0,-16 12-98 0 0,16-22-970 0 0,0 1 0 0 0,0-1 0 0 0,1 1 0 0 0,-5 8 0 0 0,7-10-128 0 0,-2 1-1 0 0,1-1 1 0 0,0 0 0 0 0,-1 0 0 0 0,0-1 0 0 0,0 1 0 0 0,0-1 0 0 0,0 0 0 0 0,0 0 0 0 0,-1 0 0 0 0,1 0 0 0 0,-1-1 0 0 0,-6 3 0 0 0,5-3-89 0 0,0 1 0 0 0,0-1 1 0 0,0 0-1 0 0,-1-1 0 0 0,1 0 1 0 0,-1 0-1 0 0,1 0 0 0 0,-1-1 1 0 0,1 1-1 0 0,-8-2 0 0 0,10-1-210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3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78 186 2327 0 0,'0'-2'1'0'0,"-2"-26"32"0"0,2 27-32 0 0,0 1 0 0 0,-1-1 0 0 0,1 1-1 0 0,0-1 1 0 0,0 0 0 0 0,0 1-1 0 0,0-1 1 0 0,-1 1 0 0 0,1-1 0 0 0,0 1-1 0 0,-1-1 1 0 0,1 1 0 0 0,0 0-1 0 0,-1-1 1 0 0,1 1 0 0 0,0-1 0 0 0,-1 1-1 0 0,1 0 1 0 0,-1-1 0 0 0,1 1-1 0 0,-1 0 1 0 0,1-1 0 0 0,-1 1 0 0 0,1 0-1 0 0,-1 0 1 0 0,1 0 0 0 0,-1-1-1 0 0,1 1 1 0 0,-1 0 0 0 0,1 0 0 0 0,-1 0-1 0 0,1 0 1 0 0,-1 0 0 0 0,1 0-1 0 0,-1 0 1 0 0,0 0 0 0 0,1 0 0 0 0,-1 0-1 0 0,1 0 1 0 0,-1 1 0 0 0,0-1-1 0 0,-7 3 0 0 0,7-2 0 0 0,0-1 0 0 0,1 0 0 0 0,-1 1 0 0 0,0-1 0 0 0,0 0 0 0 0,0 1 0 0 0,0-1 0 0 0,0 0 0 0 0,0 0 0 0 0,0 0 0 0 0,0 0 0 0 0,0 0 0 0 0,0 0 0 0 0,0 0 0 0 0,0 0 0 0 0,0 0 0 0 0,0 0 0 0 0,0-1 0 0 0,0 1 0 0 0,0 0 0 0 0,0-1 0 0 0,0 1 0 0 0,-1-2 0 0 0,1 2 92 0 0,1 0 0 0 0,-1 0 0 0 0,0 0 0 0 0,1 0 0 0 0,-1 0 0 0 0,0 0 0 0 0,1 0 0 0 0,-1 0 0 0 0,0 0 0 0 0,1 0 0 0 0,-1 0 0 0 0,0 0 0 0 0,1 0 0 0 0,-1 1 0 0 0,0-1-1 0 0,1 0 1 0 0,-1 0 0 0 0,0 1 0 0 0,1-1 0 0 0,-1 0 0 0 0,1 1 0 0 0,-1-1 0 0 0,1 1 0 0 0,-1-1 0 0 0,0 1 0 0 0,-6 2 2261 0 0,5-17-1142 0 0,2 14-1155 0 0,0-1 0 0 0,0 1 0 0 0,0-1 0 0 0,0 1 0 0 0,0-1 0 0 0,1 1 0 0 0,-1-1 0 0 0,0 0 0 0 0,0 1 0 0 0,1-1 0 0 0,-1 1 0 0 0,0 0 0 0 0,0-1 0 0 0,1 1 0 0 0,-1-1 0 0 0,0 1 0 0 0,1-1 0 0 0,-1 1 0 0 0,1 0 0 0 0,-1-1 0 0 0,1 1 0 0 0,-1 0 0 0 0,1-1 0 0 0,-1 1 0 0 0,0 0 0 0 0,2-1 1 0 0,20-2 581 0 0,28 8-31 0 0,-43-4-316 0 0,-3 0-256 0 0,0-1 0 0 0,1 0 0 0 0,-1 0 0 0 0,1 0 0 0 0,-1 0 0 0 0,0-1 0 0 0,1 1 0 0 0,-1-1 0 0 0,0 0 0 0 0,1 0 0 0 0,-1-1 0 0 0,0 0 0 0 0,0 1 0 0 0,6-5 0 0 0,-8 4-15 0 0,1 0 0 0 0,-1 0 0 0 0,1 0 0 0 0,-1 0 0 0 0,0 0 0 0 0,0-1 0 0 0,0 1 0 0 0,0-1 0 0 0,-1 0 0 0 0,1 0 0 0 0,0 1 0 0 0,-1-1 0 0 0,0 0 0 0 0,0 0 0 0 0,0 0-1 0 0,0 0 1 0 0,0-1 0 0 0,-1 1 0 0 0,0 0 0 0 0,1 0 0 0 0,-1-5 0 0 0,0 2-20 0 0,0 5 0 0 0,0 1 0 0 0,0-1 0 0 0,1 0 0 0 0,-1 1 0 0 0,0-1 0 0 0,0 0 0 0 0,0 0 0 0 0,0 1 0 0 0,-1-1 0 0 0,1 0 0 0 0,0 1 0 0 0,0-1 0 0 0,0 0 0 0 0,-1 0 0 0 0,1 1 0 0 0,0-1 0 0 0,-1 1 0 0 0,1-1 0 0 0,0 0 0 0 0,-1 1 0 0 0,1-1 0 0 0,-1 1 0 0 0,1-1 0 0 0,-1 1 0 0 0,1-1 0 0 0,-1 1 0 0 0,1-1 0 0 0,-1 1 0 0 0,0-1 0 0 0,1 1 0 0 0,-1 0 0 0 0,1 0 0 0 0,-2-1 0 0 0,-12-11 494 0 0,13 10-469 0 0,-1 0 0 0 0,0 1 0 0 0,0-1-1 0 0,0 0 1 0 0,0 1 0 0 0,0-1 0 0 0,-5-2 0 0 0,-2 6-40 0 0,2 13-23 0 0,6-14-19 0 0,1 0 0 0 0,0 1 1 0 0,0-1-1 0 0,0 0 0 0 0,-1 0 0 0 0,1 0 0 0 0,1 1 0 0 0,-1-1 0 0 0,0 0 0 0 0,0 0 0 0 0,0 0 0 0 0,1 1 0 0 0,-1-1 0 0 0,0 0 0 0 0,1 0 1 0 0,-1 0-1 0 0,1 0 0 0 0,-1 0 0 0 0,1 0 0 0 0,0 0 0 0 0,-1 0 0 0 0,1 0 0 0 0,0 0 0 0 0,0 0 0 0 0,1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3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117 101 1911 0 0,'2'-5'3'0'0,"5"-16"152"0"0,12-26-1 0 0,-19 45-166 0 0,0 2-36 0 0,-9 8 6199 0 0,4-4-5269 0 0,1 1-286 0 0,-1 0 0 0 0,0-1 0 0 0,0 0-1 0 0,0 0 1 0 0,-8 5 0 0 0,12-9-538 0 0,-1 1-1 0 0,1 0 1 0 0,0-1-1 0 0,-1 1 0 0 0,1-1 1 0 0,-1 1-1 0 0,1-1 1 0 0,-1 0-1 0 0,1 0 1 0 0,-1 0-1 0 0,1 0 0 0 0,-1 0 1 0 0,1 0-1 0 0,-1 0 1 0 0,1 0-1 0 0,-1 0 0 0 0,1-1 1 0 0,-1 1-1 0 0,1-1 1 0 0,-1 1-1 0 0,1-1 1 0 0,0 1-1 0 0,-1-1 0 0 0,1 0 1 0 0,0 0-1 0 0,-1 0 1 0 0,1 0-1 0 0,0 0 1 0 0,-2-1-1 0 0,-6-7 33 0 0,1 0 0 0 0,0-1 0 0 0,0 1-1 0 0,-7-13 1 0 0,14 20-1210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19:3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88 1943 0 0,'0'-1'36'0'0,"0"0"146"0"0,6-19 1571 0 0,9 16-597 0 0,-8 6 3495 0 0,-20-8 1043 0 0,-6-3-4466 0 0,16 9-1103 0 0,0 1-1 0 0,0-1 0 0 0,0 1 1 0 0,0 0-1 0 0,0 0 0 0 0,0 0 1 0 0,0 0-1 0 0,0 1 1 0 0,0-1-1 0 0,0 1 0 0 0,0-1 1 0 0,1 1-1 0 0,-1 0 0 0 0,1 0 1 0 0,-3 3-1 0 0,-2 1-28 0 0,1 1 0 0 0,1 0 1 0 0,-1 0-1 0 0,-5 10 0 0 0,9-13-86 0 0,1-1 0 0 0,-1 1-1 0 0,1 0 1 0 0,0-1 0 0 0,0 1 0 0 0,0 0 0 0 0,0 0 0 0 0,1 0-1 0 0,-1 0 1 0 0,1 0 0 0 0,0-1 0 0 0,0 1 0 0 0,1 0 0 0 0,-1 0-1 0 0,1 0 1 0 0,0 0 0 0 0,0 0 0 0 0,0-1 0 0 0,3 8 0 0 0,0-4-7 0 0,0 1 1 0 0,0-1 0 0 0,0 0-1 0 0,1 0 1 0 0,0 0-1 0 0,1 0 1 0 0,-1-1 0 0 0,8 6-1 0 0,-10-10-4 0 0,-1 1-1 0 0,1-1 0 0 0,0 0 1 0 0,0 0-1 0 0,0-1 0 0 0,0 1 1 0 0,0-1-1 0 0,0 1 0 0 0,0-1 1 0 0,1 0-1 0 0,-1 0 0 0 0,0 0 0 0 0,1-1 1 0 0,-1 1-1 0 0,1-1 0 0 0,-1 0 1 0 0,1 0-1 0 0,3 0 0 0 0,-2-1 11 0 0,0 0 0 0 0,0-1-1 0 0,-1 1 1 0 0,1-1 0 0 0,0 0-1 0 0,-1 0 1 0 0,1-1 0 0 0,-1 1-1 0 0,0-1 1 0 0,0 0-1 0 0,6-5 1 0 0,-2 1 39 0 0,-1-1 1 0 0,0 0-1 0 0,0-1 1 0 0,0 1-1 0 0,-1-1 1 0 0,-1 0-1 0 0,1-1 1 0 0,-1 0-1 0 0,-1 1 1 0 0,0-2-1 0 0,3-10 1 0 0,-5 12-47 0 0,-1 0 0 0 0,0-1 0 0 0,-1 1 0 0 0,1 0 1 0 0,-3-14-1 0 0,2 18-2 0 0,-1 1-1 0 0,0-1 1 0 0,0 1 0 0 0,0-1 0 0 0,0 1 0 0 0,-1-1-1 0 0,0 1 1 0 0,1 0 0 0 0,-2-1 0 0 0,1 1 0 0 0,0 0-1 0 0,-6-6 1 0 0,7 9-9 0 0,-1 0 1 0 0,1 1-1 0 0,0-1 0 0 0,-1 0 0 0 0,1 1 0 0 0,-1-1 1 0 0,1 1-1 0 0,0-1 0 0 0,-1 1 0 0 0,0-1 0 0 0,1 1 1 0 0,-1 0-1 0 0,1 0 0 0 0,-1 0 0 0 0,1 0 1 0 0,-1 0-1 0 0,1 0 0 0 0,-1 1 0 0 0,1-1 0 0 0,-1 0 1 0 0,1 1-1 0 0,-1-1 0 0 0,1 1 0 0 0,-1-1 0 0 0,1 1 1 0 0,0 0-1 0 0,-3 1 0 0 0,-4 3-136 0 0,-1 0-1 0 0,-14 13 1 0 0,20-16 107 0 0,-12 11-1536 0 0,-3 2-4828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26:59.6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108 8573 0 0,'-108'124'0'0,"4039"-4645"0"0,-1310 1506 0 0,-1665 1915 0 0,-904 1039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12:41:5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1759 0 0,'21'-12'0'0'0,"-11"0"0"0"0,-12 4 0 0 0,-3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12:41:5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1631 0 0,'21'-4'0'0'0,"-18"4"0"0"0,0 0 0 0 0,-1-1 0 0 0,1 1 0 0 0,-1-1 0 0 0,1 1 0 0 0,0-1 0 0 0,-1 0 0 0 0,1 0 0 0 0,-1 0 0 0 0,0 0 0 0 0,5-3 0 0 0,-19 0 0 0 0,8 3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13:16:2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25 919 0 0,'-5'-8'80'0'0,"0"4"-80"0"0,3 3 256 0 0,0 1 32 0 0,-2-2 0 0 0,-2 0 8 0 0,0-3-192 0 0,1 2-40 0 0,2 3 0 0 0,2 2-64 0 0,2 1-136 0 0,5 1-88 0 0,2 2-8 0 0,5-1-8 0 0,3 1 240 0 0,1-6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13:31:1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3967 0 0,'2'10'352'0'0,"-2"-5"-280"0"0,0 0-72 0 0,1-3 0 0 0,-1 0 0 0 0,-1-2 0 0 0,-1-3 0 0 0,1-1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1.3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0,'7024'0'0'0,"-6922"0"0"0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5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96 252 999 0 0,'-1'0'344'0'0,"1"-2"443"0"0,0-2-1 0 0,0 1 0 0 0,0 1 1 0 0,1-1-1 0 0,-1-1 0 0 0,3-3 0 0 0,-3 7-722 0 0,0 0-1 0 0,0 0 1 0 0,0 0 0 0 0,0 0-1 0 0,0-1 1 0 0,0 1-1 0 0,0 0 1 0 0,0 0-1 0 0,0 0 1 0 0,0-1-1 0 0,0 1 1 0 0,0 0-1 0 0,0 0 1 0 0,0 0-1 0 0,0 0 1 0 0,0-1 0 0 0,0 1-1 0 0,0 0 1 0 0,1 0-1 0 0,-1 0 1 0 0,0 0-1 0 0,0 0 1 0 0,0 0-1 0 0,0 0 1 0 0,1-1-1 0 0,-1 1 1 0 0,0 0-1 0 0,0 0 1 0 0,0 0-1 0 0,1 0 1 0 0,-1 0 0 0 0,0 0-1 0 0,0 0 1 0 0,0 0-1 0 0,1 0 1 0 0,-1 0-1 0 0,0 0 1 0 0,0 0-1 0 0,0 0 1 0 0,1 0-1 0 0,-1 0 1 0 0,0 0-1 0 0,0 0 1 0 0,0 0 0 0 0,0 0-1 0 0,1 1 1 0 0,-1-1-1 0 0,0 0 1 0 0,0 0-1 0 0,0 0 1 0 0,0 0-1 0 0,0 0 1 0 0,0 0-1 0 0,0 1 1 0 0,0-1 31 0 0,0 1 0 0 0,0-1 1 0 0,0 1-1 0 0,0-1 0 0 0,0 0 0 0 0,0 0 0 0 0,0 0 1 0 0,0 1-1 0 0,-1-1 0 0 0,1 1 0 0 0,0-1 1 0 0,0 1-1 0 0,-1-1 0 0 0,1 0 0 0 0,0 1 1 0 0,-1-1-1 0 0,1 0 0 0 0,-1 0 0 0 0,1 1 0 0 0,0-1 1 0 0,-1 0-1 0 0,1 0 0 0 0,-1 1 0 0 0,1-1 1 0 0,0 0-1 0 0,0 0 0 0 0,-1 0 0 0 0,1 0 0 0 0,-1 0 1 0 0,0 0-1 0 0,-2 1 91 0 0,1-1 0 0 0,-1 1 1 0 0,1 0-1 0 0,-2-1 0 0 0,2 0 1 0 0,-1 1-1 0 0,0-1 0 0 0,0-1 0 0 0,0 1 1 0 0,1 0-1 0 0,-1-1 0 0 0,1 1 0 0 0,-2-1 1 0 0,1 1-1 0 0,1-1 0 0 0,-1-1 0 0 0,1 1 1 0 0,-4-2-1 0 0,3 1-119 0 0,0-1-1 0 0,1 0 1 0 0,-2 1 0 0 0,3-1 0 0 0,-2 0 0 0 0,0 0-1 0 0,2 0 1 0 0,-2 0 0 0 0,1 0 0 0 0,1 0 0 0 0,-1-1-1 0 0,-1-5 1 0 0,1 2-82 0 0,-1 1-1 0 0,2-1 0 0 0,0 0 1 0 0,0 1-1 0 0,0-2 1 0 0,0 1-1 0 0,1 0 0 0 0,0 0 1 0 0,1 0-1 0 0,0 0 1 0 0,0 1-1 0 0,-1-1 0 0 0,2 0 1 0 0,4-11-1 0 0,-4 14 36 0 0,0-1 0 0 0,0 2 1 0 0,1-2-1 0 0,-1 1 0 0 0,1 0 0 0 0,0 1 0 0 0,-1-1 0 0 0,2 1 0 0 0,-1-1 0 0 0,1 1 0 0 0,-1 0 0 0 0,1 0 1 0 0,0 1-1 0 0,-1-1 0 0 0,2 0 0 0 0,-1 2 0 0 0,-1-2 0 0 0,2 1 0 0 0,-1 1 0 0 0,1-1 0 0 0,0 2 1 0 0,-1-1-1 0 0,0 0 0 0 0,1 0 0 0 0,0 1 0 0 0,-1-1 0 0 0,1 1 0 0 0,0 1 0 0 0,-1-1 0 0 0,1 1 0 0 0,-1 0 1 0 0,1 0-1 0 0,-1 0 0 0 0,0 0 0 0 0,1 1 0 0 0,-1 0 0 0 0,6 3 0 0 0,4 2 115 0 0,-1-1 0 0 0,-1 2 0 0 0,1 0 0 0 0,-1 1 0 0 0,13 12 0 0 0,-23-19-109 0 0,0 0-1 0 0,0 0 1 0 0,-1-1-1 0 0,1 2 1 0 0,0-1-1 0 0,0 0 0 0 0,-1 0 1 0 0,0 1-1 0 0,0-1 1 0 0,1 0-1 0 0,-1 1 1 0 0,-1 0-1 0 0,1-2 1 0 0,0 2-1 0 0,-1 0 1 0 0,1-1-1 0 0,-1 1 0 0 0,1 0 1 0 0,-1-1-1 0 0,0 1 1 0 0,0 0-1 0 0,0-1 1 0 0,-1 1-1 0 0,1 0 1 0 0,-1-1-1 0 0,0 1 1 0 0,0 0-1 0 0,1-1 1 0 0,-1 1-1 0 0,0 0 0 0 0,0-2 1 0 0,-1 2-1 0 0,1-1 1 0 0,0 0-1 0 0,-1 0 1 0 0,-3 4-1 0 0,-5 4 63 0 0,1-1 0 0 0,-2 0 0 0 0,0-1 0 0 0,1 0 0 0 0,-1-1 0 0 0,-2-1 0 0 0,2 0 0 0 0,-1 0 0 0 0,-1-1 0 0 0,1 0 0 0 0,-1-1 0 0 0,-15 2 0 0 0,25-5-160 0 0,0 0-1 0 0,0-1 1 0 0,0 0-1 0 0,0 0 1 0 0,-1 0-1 0 0,2 0 1 0 0,-2-1-1 0 0,1 0 1 0 0,0 1-1 0 0,0-1 1 0 0,0 0 0 0 0,1-1-1 0 0,-2 1 1 0 0,2 1-1 0 0,-1-2 1 0 0,0 0-1 0 0,0 0 1 0 0,1 0-1 0 0,0 1 1 0 0,-1-1-1 0 0,0-1 1 0 0,2 1-1 0 0,-2 0 1 0 0,1-1-1 0 0,1 1 1 0 0,-2-1-1 0 0,2 0 1 0 0,-1 1 0 0 0,1-1-1 0 0,-1 0 1 0 0,1 0-1 0 0,0 0 1 0 0,0-4-1 0 0,-4-14-6679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6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172 243 1999 0 0,'0'1'307'0'0,"1"1"0"0"0,-1 0 0 0 0,0-1-1 0 0,0 1 1 0 0,0-1 0 0 0,-1 1 0 0 0,1 0 0 0 0,0 0-1 0 0,-1-2 1 0 0,1 2 0 0 0,-1 0 0 0 0,1 0-1 0 0,-1-1 1 0 0,1 0 0 0 0,-1 1 0 0 0,0-1-1 0 0,0 1 1 0 0,0-1 0 0 0,0 1 0 0 0,0-2-1 0 0,1 2 1 0 0,-2-1 0 0 0,1 0 0 0 0,-1 0-1 0 0,1 0 1 0 0,0 0 0 0 0,0 0 0 0 0,-1-1-1 0 0,1 1 1 0 0,-1 0 0 0 0,1-1 0 0 0,-1 1-1 0 0,1 0 1 0 0,-1-1 0 0 0,1 0 0 0 0,-1 1-1 0 0,0-1 1 0 0,1 0 0 0 0,0 0 0 0 0,-1 0-1 0 0,0 0 1 0 0,-1 0 0 0 0,-3-1 242 0 0,2 1 0 0 0,-1-1 0 0 0,1 0 0 0 0,-2 0 0 0 0,2 0 0 0 0,0 0 0 0 0,-9-6 0 0 0,7 5-751 0 0,0-2-1 0 0,0 1 1 0 0,0-1 0 0 0,0 0 0 0 0,1 0-1 0 0,0-1 1 0 0,0 0 0 0 0,0 1 0 0 0,0-1-1 0 0,1-1 1 0 0,0 0 0 0 0,0 1 0 0 0,1-1-1 0 0,-1 0 1 0 0,-3-8 0 0 0,7 11 170 0 0,-1 0 0 0 0,1 0 1 0 0,-1 0-1 0 0,1 0 0 0 0,-1 0 0 0 0,1 0 1 0 0,0 0-1 0 0,1 0 0 0 0,-1 0 1 0 0,0 0-1 0 0,1 0 0 0 0,0 0 0 0 0,-1 0 1 0 0,2-3-1 0 0,1 0-1 0 0,-1 1 0 0 0,1 0 0 0 0,0-1-1 0 0,0 2 1 0 0,0-1 0 0 0,1 1 0 0 0,5-5 0 0 0,2-1-2 0 0,0-1 1 0 0,1 2-1 0 0,1-1 0 0 0,23-12 0 0 0,-22 15 35 0 0,0 0 0 0 0,1 1 0 0 0,15-5 0 0 0,-26 10 0 0 0,0 1 0 0 0,0-2 0 0 0,0 2 0 0 0,1-1 0 0 0,-1 0 0 0 0,0 1 0 0 0,1 0 0 0 0,-1 0 0 0 0,0 0 0 0 0,0 1 0 0 0,0 0 0 0 0,1 0 0 0 0,-1 0 0 0 0,0 0 0 0 0,0 0 0 0 0,4 3 0 0 0,-6-2 11 0 0,1-2-1 0 0,-2 2 0 0 0,1 0 1 0 0,0 0-1 0 0,0-1 1 0 0,-1 1-1 0 0,1 0 0 0 0,0 0 1 0 0,-1 0-1 0 0,0 0 1 0 0,0 0-1 0 0,0 1 0 0 0,1-2 1 0 0,-1 2-1 0 0,0 3 1 0 0,0 0 47 0 0,0-2 1 0 0,0 0 0 0 0,-1 2 0 0 0,1-2 0 0 0,-1 1 0 0 0,0 0-1 0 0,-2 9 1 0 0,0-7 220 0 0,1 0 0 0 0,-1 0 0 0 0,0-1 0 0 0,0 2-1 0 0,-1-1 1 0 0,0-1 0 0 0,-1 0 0 0 0,1 0 0 0 0,-1 0-1 0 0,-8 10 1 0 0,8-11-183 0 0,0-3-1 0 0,0 2 1 0 0,0-1 0 0 0,0 0-1 0 0,0 0 1 0 0,-1-1 0 0 0,-5 4-1 0 0,8-5-236 0 0,-1 0 0 0 0,-1-1 0 0 0,2 1 0 0 0,-1-1 0 0 0,0 1 0 0 0,0-1 0 0 0,-4 0 0 0 0,-11-3-4169 0 0,10-3-1897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8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169 224 1999 0 0,'0'2'374'0'0,"-1"-1"0"0"0,1 2-1 0 0,-1-1 1 0 0,0 0-1 0 0,0-1 1 0 0,1 1-1 0 0,-1 0 1 0 0,0 0-1 0 0,0-1 1 0 0,0 1 0 0 0,0-1-1 0 0,-1 1 1 0 0,1 0-1 0 0,0-1 1 0 0,-1 0-1 0 0,1 0 1 0 0,-1 1-1 0 0,-2 1 1 0 0,-31 17 1534 0 0,31-19-1822 0 0,2 0 0 0 0,-2 0 1 0 0,2 0-1 0 0,-1-1 0 0 0,0 0 1 0 0,0 0-1 0 0,-1 0 0 0 0,2 0 0 0 0,-2 0 1 0 0,2 0-1 0 0,-2 0 0 0 0,2-1 1 0 0,-2 1-1 0 0,2-1 0 0 0,-1 0 1 0 0,0-1-1 0 0,0 1 0 0 0,0 0 1 0 0,1 0-1 0 0,-1-1 0 0 0,1 0 0 0 0,-1 0 1 0 0,0 0-1 0 0,2 1 0 0 0,-2-2 1 0 0,1 1-1 0 0,0 0 0 0 0,0 0 1 0 0,-3-6-1 0 0,2 4 48 0 0,0 0-1 0 0,0-1 1 0 0,1 1-1 0 0,-1-1 1 0 0,1 0 0 0 0,0 0-1 0 0,0 1 1 0 0,0-2 0 0 0,1 1-1 0 0,0 1 1 0 0,0-2-1 0 0,0 1 1 0 0,1 0 0 0 0,0-1-1 0 0,0 1 1 0 0,0 0 0 0 0,1-6-1 0 0,1 2-159 0 0,2 0 0 0 0,-1 1 0 0 0,1 0 0 0 0,0 0 0 0 0,1 0 0 0 0,0 1 0 0 0,0-1 0 0 0,1 1 0 0 0,0-1 0 0 0,0 1 0 0 0,10-8 0 0 0,-10 10 2 0 0,1 0 0 0 0,-1-1 0 0 0,1 2 0 0 0,-1 0 0 0 0,1-1 0 0 0,0 2 0 0 0,1-1 0 0 0,0 1 0 0 0,0 0 0 0 0,-1 0 0 0 0,1 1 0 0 0,15-2 0 0 0,-18 4 23 0 0,0 1-1 0 0,0 0 0 0 0,0 0 0 0 0,0 0 0 0 0,0-1 1 0 0,0 2-1 0 0,-1 0 0 0 0,2 0 0 0 0,-2 0 1 0 0,0 0-1 0 0,1 1 0 0 0,-1-1 0 0 0,0 2 1 0 0,1-1-1 0 0,-2 0 0 0 0,0 1 0 0 0,2-1 1 0 0,2 6-1 0 0,-2-4 20 0 0,-1 2 0 0 0,1-1 1 0 0,-1 0-1 0 0,0 1 0 0 0,0-1 0 0 0,-1 1 0 0 0,0 0 1 0 0,-1 1-1 0 0,1-1 0 0 0,-1 1 0 0 0,2 13 1 0 0,-4-18 39 0 0,-1 1 0 0 0,1 0 0 0 0,-1 0 0 0 0,0 0 0 0 0,0 0 0 0 0,1-1 0 0 0,-2 1 0 0 0,1-1 0 0 0,-1 1 0 0 0,1 0 0 0 0,-1-1 0 0 0,-1 1 0 0 0,1-1 0 0 0,0 0 0 0 0,-1 0 0 0 0,1 0 0 0 0,-1 0 0 0 0,1-1 0 0 0,-1 1 0 0 0,-6 3 0 0 0,-4 4 182 0 0,0-1 1 0 0,0-1-1 0 0,-26 11 1 0 0,25-12 372 0 0,-32 8 1 0 0,42-13-987 0 0,-2-1 0 0 0,1 0 0 0 0,1 0 1 0 0,-1 0-1 0 0,0-1 0 0 0,-1 0 0 0 0,2 0 1 0 0,-1 0-1 0 0,0-1 0 0 0,-9-2 0 0 0,5-1-5199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9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82 264 2503 0 0,'-1'0'52'0'0,"1"0"-1"0"0,0 1 0 0 0,0-1 0 0 0,0 0 0 0 0,0 0 1 0 0,0 0-1 0 0,0 0 0 0 0,0 0 0 0 0,0 0 0 0 0,0 0 0 0 0,0 0 1 0 0,-1 1-1 0 0,1-1 0 0 0,0 0 0 0 0,0 0 0 0 0,0 1 0 0 0,0-1 1 0 0,0 0-1 0 0,0 0 0 0 0,0 1 0 0 0,0-1 0 0 0,0 0 0 0 0,0 0 1 0 0,0 1-1 0 0,0-1 0 0 0,0 0 0 0 0,0 0 0 0 0,0 1 0 0 0,0-1 1 0 0,0 0-1 0 0,0 0 0 0 0,0 1 0 0 0,0-1 0 0 0,1 0 1 0 0,-1 0-1 0 0,7 5 834 0 0,14-4-77 0 0,-12-6 847 0 0,-11 2 689 0 0,-20 0 2510 0 0,0 1-3029 0 0,18 0-1759 0 0,1 0 0 0 0,0 0 1 0 0,-1 1-1 0 0,1-1 0 0 0,0-1 1 0 0,0 1-1 0 0,1-1 0 0 0,-1 0 1 0 0,0 1-1 0 0,1-1 0 0 0,-1 0 1 0 0,1 0-1 0 0,0-1 0 0 0,0 2 1 0 0,1-2-1 0 0,-1 0 0 0 0,0 1 1 0 0,0-1-1 0 0,2 1 0 0 0,-1-2 1 0 0,0 2-1 0 0,0-1 0 0 0,0 1 1 0 0,1-2-1 0 0,-1-3 0 0 0,2 1-5 0 0,-1 1 0 0 0,1 0 0 0 0,0 0 0 0 0,0 0 0 0 0,0-1 0 0 0,1 1 0 0 0,0 0 0 0 0,1 1 0 0 0,-1-2 0 0 0,1 2 1 0 0,-1 0-1 0 0,2 0 0 0 0,-1-1 0 0 0,8-8 0 0 0,0 3-59 0 0,-1 1 1 0 0,1-1 0 0 0,15-8 0 0 0,-19 14-3 0 0,-1 1 0 0 0,1-1 0 0 0,0 2 0 0 0,0-1 0 0 0,1 2-1 0 0,-1-1 1 0 0,14-3 0 0 0,-20 6 3 0 0,0 0-1 0 0,0 0 0 0 0,1-1 1 0 0,-1 1-1 0 0,-1 0 1 0 0,2 1-1 0 0,-1-1 0 0 0,0 0 1 0 0,1 0-1 0 0,-1 1 0 0 0,-1-1 1 0 0,1 0-1 0 0,1 1 1 0 0,-1-1-1 0 0,0 1 0 0 0,0-1 1 0 0,-1 0-1 0 0,1 1 1 0 0,1 0-1 0 0,0 1 0 0 0,-1 0 12 0 0,1 0-1 0 0,-1 0 0 0 0,1 0 0 0 0,-1 0 0 0 0,0 0 1 0 0,-1 0-1 0 0,1 0 0 0 0,0 1 0 0 0,0-2 1 0 0,0 5-1 0 0,1 5 55 0 0,-1 1 1 0 0,0-1-1 0 0,0 18 0 0 0,-2-20-57 0 0,1 11 43 0 0,-1-2 0 0 0,0 1 0 0 0,-9 36 0 0 0,9-49-46 0 0,-1 0 1 0 0,1-1-1 0 0,-2 2 1 0 0,1-2-1 0 0,0 0 1 0 0,-2 1-1 0 0,2 0 1 0 0,-2-1-1 0 0,1-1 1 0 0,-1 2-1 0 0,0-2 1 0 0,1 1-1 0 0,-2-1 1 0 0,0 0-1 0 0,1 0 1 0 0,-6 4-1 0 0,7-7 17 0 0,-1 1 1 0 0,0-1-1 0 0,1 0 0 0 0,-2 0 1 0 0,2 0-1 0 0,-2 0 0 0 0,2 0 0 0 0,-1-1 1 0 0,0 0-1 0 0,0 0 0 0 0,0 0 0 0 0,0-1 1 0 0,1 1-1 0 0,-2-1 0 0 0,2 0 0 0 0,-1 0 1 0 0,0-1-1 0 0,1 2 0 0 0,-7-5 1 0 0,4 2-232 0 0,0 0 0 0 0,1-1 0 0 0,0 1 0 0 0,-10-9 0 0 0,11 9-586 0 0,0-1 1 0 0,1 0 0 0 0,0 0 0 0 0,0 0 0 0 0,0 0 0 0 0,-3-5 0 0 0,0-6-5299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10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144 134 3007 0 0,'14'14'2040'0'0,"-10"-12"-1737"0"0,-1 1 0 0 0,1 1 0 0 0,-1-2 0 0 0,0 2-1 0 0,0-1 1 0 0,0 1 0 0 0,2 4 0 0 0,-5-7-198 0 0,1 0 1 0 0,-1 0-1 0 0,0-1 0 0 0,0 2 0 0 0,1-1 0 0 0,-1 0 0 0 0,0 0 1 0 0,0 1-1 0 0,0-2 0 0 0,0 1 0 0 0,0 0 0 0 0,-1 0 1 0 0,1 1-1 0 0,0-1 0 0 0,-1 0 0 0 0,1 0 0 0 0,0-1 0 0 0,-1 1 1 0 0,1 1-1 0 0,-1-1 0 0 0,0 0 0 0 0,1 0 0 0 0,-1 0 0 0 0,1 0 1 0 0,-1-1-1 0 0,0 0 0 0 0,1 1 0 0 0,-1 0 0 0 0,0 0 0 0 0,0 0 1 0 0,0-1-1 0 0,1 1 0 0 0,-2 0 0 0 0,-1 0 0 0 0,-1 2 370 0 0,-1 0 0 0 0,0-1 0 0 0,0 1 0 0 0,0 0 0 0 0,0-1 0 0 0,0-1 0 0 0,-1 1 0 0 0,0-1 0 0 0,1 1 0 0 0,-1-1 0 0 0,1-1 0 0 0,-1 0 0 0 0,-8 0-1 0 0,10 0-512 0 0,0-1 0 0 0,0 0-1 0 0,0 0 1 0 0,1 0 0 0 0,-1-1-1 0 0,0 1 1 0 0,1 0 0 0 0,-1-1-1 0 0,1 0 1 0 0,-1-1 0 0 0,1 2-1 0 0,0-2 1 0 0,0 0 0 0 0,0 1-1 0 0,1-1 1 0 0,-2 0 0 0 0,2 0-1 0 0,0 0 1 0 0,-1 0 0 0 0,-1-4-1 0 0,1 2 63 0 0,1 2 0 0 0,0-2 0 0 0,0 2 0 0 0,0-2 0 0 0,0 2 0 0 0,1-2 0 0 0,-1 1 1 0 0,2-1-1 0 0,-1 1 0 0 0,0 0 0 0 0,1-1 0 0 0,-1 1 0 0 0,1-2 0 0 0,0 2 0 0 0,0 0 0 0 0,1-1 0 0 0,0 1 0 0 0,0-1 0 0 0,-1 1 0 0 0,1-1 0 0 0,1 1 0 0 0,0 0 0 0 0,0 0 0 0 0,-1 0 0 0 0,1 0 0 0 0,1 0 0 0 0,-1 0 0 0 0,1 1 0 0 0,-1-1 0 0 0,1 1 0 0 0,0-1 0 0 0,0 1 0 0 0,0 0 0 0 0,1 0 1 0 0,6-4-1 0 0,-2 2 9 0 0,0 0 1 0 0,0 1 0 0 0,0-1 0 0 0,1 2 0 0 0,0-1 0 0 0,-1 2 0 0 0,1-1-1 0 0,-1 1 1 0 0,2 1 0 0 0,-1-1 0 0 0,12 0 0 0 0,-17 2-11 0 0,0 0 0 0 0,0 0 0 0 0,-1 1 0 0 0,1-1 0 0 0,0 1 0 0 0,-1 0 0 0 0,2 0 0 0 0,-2-1 0 0 0,0 2 0 0 0,1-1 0 0 0,-1 1 0 0 0,1 0 0 0 0,-2-1 0 0 0,2 2 0 0 0,-1-1 0 0 0,0 0 0 0 0,0 1 0 0 0,0 0 0 0 0,0-1 0 0 0,-1 1 0 0 0,1 0 0 0 0,-2 0 0 0 0,2 0 0 0 0,-1 0 0 0 0,0 1 0 0 0,-1-1 0 0 0,1 0 0 0 0,0 1 0 0 0,0 5 0 0 0,0-3-169 0 0,0 0 1 0 0,-1-1 0 0 0,-1 1 0 0 0,1 0 0 0 0,-1-1 0 0 0,0 1 0 0 0,0 0 0 0 0,-1 0-1 0 0,0 7 1 0 0,0-9 7 0 0,0-1 0 0 0,0 1-1 0 0,0-2 1 0 0,0 2-1 0 0,-1-1 1 0 0,1 0 0 0 0,-1 0-1 0 0,1 0 1 0 0,-2 0-1 0 0,1 0 1 0 0,0-1 0 0 0,0 1-1 0 0,-1 0 1 0 0,1-1-1 0 0,-1 0 1 0 0,-4 3 0 0 0,-3 1-5352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11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154 303 999 0 0,'1'0'32'0'0,"-1"-1"0"0"0,0 1 0 0 0,1 0 0 0 0,-1 0 0 0 0,0-1 0 0 0,0 1 0 0 0,0 0 0 0 0,0-1 0 0 0,1 1-1 0 0,-1 0 1 0 0,0-1 0 0 0,0 1 0 0 0,0 0 0 0 0,1-1 0 0 0,-1 1 0 0 0,0-1 0 0 0,0 1 0 0 0,0 0-1 0 0,0 0 1 0 0,0 0 0 0 0,0-1 0 0 0,1 1 0 0 0,-1-1 0 0 0,0 1 0 0 0,0-1 0 0 0,0 1 0 0 0,-1 0 0 0 0,1-1-1 0 0,0 1 1 0 0,0-1 0 0 0,0 1 0 0 0,0-1 0 0 0,0 1 0 0 0,0 0 0 0 0,-1-1 0 0 0,1 1 0 0 0,0 0 0 0 0,0-1-1 0 0,0 1 1 0 0,-1 0 0 0 0,1 0 0 0 0,0 0 0 0 0,0 0 0 0 0,0-1 0 0 0,0 1 0 0 0,-1 0 0 0 0,1-1-1 0 0,0 1 1 0 0,-1 0 0 0 0,0 0 0 0 0,0-1 180 0 0,0 1 1 0 0,0-1-1 0 0,0 1 0 0 0,0 0 0 0 0,-1 0 1 0 0,1 0-1 0 0,0 0 0 0 0,0 0 1 0 0,0 0-1 0 0,-1 0 0 0 0,1 0 0 0 0,0 0 1 0 0,0 1-1 0 0,0-1 0 0 0,0 0 0 0 0,-1 1 1 0 0,1-1-1 0 0,0 1 0 0 0,-1 0 0 0 0,0 0-9 0 0,-1 1 0 0 0,1 0-1 0 0,-2-1 1 0 0,2 1 0 0 0,-1-2-1 0 0,1 1 1 0 0,-2 0-1 0 0,2 0 1 0 0,-1 0 0 0 0,0-1-1 0 0,0 0 1 0 0,0 1-1 0 0,0-1 1 0 0,-1 0 0 0 0,2-1-1 0 0,-1 1 1 0 0,0-1 0 0 0,0 1-1 0 0,0-1 1 0 0,0 0-1 0 0,1 0 1 0 0,-1 1 0 0 0,0-2-1 0 0,0 1 1 0 0,0-1 0 0 0,1 0-1 0 0,-1 1 1 0 0,1-1-1 0 0,0 0 1 0 0,-1 0 0 0 0,-2-4-1 0 0,1 2 237 0 0,0-2 1 0 0,0 1-1 0 0,0 0 0 0 0,1-1 0 0 0,0 0 0 0 0,1 0 0 0 0,-1 0 0 0 0,1 1 1 0 0,0-2-1 0 0,0 0 0 0 0,0 1 0 0 0,2 0 0 0 0,-3-14 0 0 0,4 12-437 0 0,-1 0 1 0 0,1 1-1 0 0,0-1 0 0 0,0 0 0 0 0,1 0 0 0 0,1 1 1 0 0,-1-1-1 0 0,1 0 0 0 0,-1 1 0 0 0,2 0 0 0 0,0 0 1 0 0,0 0-1 0 0,0 0 0 0 0,1 1 0 0 0,-1 0 1 0 0,2 0-1 0 0,-1 0 0 0 0,1 0 0 0 0,0 1 0 0 0,0 0 1 0 0,0 0-1 0 0,0 1 0 0 0,1 0 0 0 0,0 0 0 0 0,0 0 1 0 0,0 1-1 0 0,1 0 0 0 0,8-2 0 0 0,-13 4-3 0 0,-1 0 0 0 0,0 1 0 0 0,1-1 0 0 0,-1 1 0 0 0,1-1-1 0 0,-1 1 1 0 0,0 0 0 0 0,1 0 0 0 0,-1 0 0 0 0,1 0 0 0 0,-1 1 0 0 0,0-1 0 0 0,1 1-1 0 0,-1-1 1 0 0,1 1 0 0 0,-1 0 0 0 0,0-1 0 0 0,0 2 0 0 0,3 1 0 0 0,-3-1-3 0 0,0-1 1 0 0,0 1-1 0 0,0 1 1 0 0,0-1-1 0 0,-1 0 0 0 0,1 1 1 0 0,0 0-1 0 0,0-2 1 0 0,-2 2-1 0 0,2 0 1 0 0,-1-1-1 0 0,0 2 1 0 0,1 4-1 0 0,0 2-5 0 0,0 1 0 0 0,-1 1 0 0 0,-1-2 0 0 0,1 1 0 0 0,-2 0 0 0 0,0 0 0 0 0,-3 17 0 0 0,-2-5 95 0 0,0 1-1 0 0,-1-1 1 0 0,-13 28-1 0 0,15-41-107 0 0,0 1-1 0 0,-1-1 0 0 0,0-1 1 0 0,0 1-1 0 0,-1 0 1 0 0,-1-1-1 0 0,1-1 0 0 0,-18 15 1 0 0,23-21-161 0 0,-2 1 0 0 0,1-1 0 0 0,-1 0 1 0 0,1 0-1 0 0,-1-1 0 0 0,0 1 0 0 0,-5 0 1 0 0,-8 1-4708 0 0,5-3-801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0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73 1999 0 0,'3'-19'2547'0'0,"1"-8"-151"0"0,-4 27-2254 0 0,0-2-1 0 0,0 1 0 0 0,0 0 0 0 0,0 0 0 0 0,0 0 0 0 0,0 0 1 0 0,-1 0-1 0 0,1 1 0 0 0,0 0 0 0 0,-1-1 0 0 0,1 0 0 0 0,-1 0 0 0 0,1 0 1 0 0,-1 0-1 0 0,1 0 0 0 0,0 0 0 0 0,0 1 0 0 0,-1 0 0 0 0,0-1 1 0 0,0 0-1 0 0,1 1 0 0 0,-1-1 0 0 0,0 1 0 0 0,-1-2 0 0 0,1 2 3 0 0,0 0 0 0 0,-1-1 0 0 0,1 1 0 0 0,0 0 0 0 0,0 0 0 0 0,0 0 0 0 0,-1 0 0 0 0,1 0-1 0 0,0 0 1 0 0,0 0 0 0 0,-1 1 0 0 0,1-1 0 0 0,0 0 0 0 0,-1 1 0 0 0,2-1 0 0 0,-1 1 0 0 0,-1 0 0 0 0,1-1-1 0 0,0 1 1 0 0,0 0 0 0 0,0-1 0 0 0,0 1 0 0 0,0 0 0 0 0,-1 1 0 0 0,-2 2 133 0 0,0 0 0 0 0,1-1 1 0 0,0 2-1 0 0,-5 6 0 0 0,-2 9-126 0 0,2-1-1 0 0,1 2 0 0 0,0-1 1 0 0,1 0-1 0 0,-5 32 0 0 0,10-47-148 0 0,1 0-6 0 0,-2 1-1 0 0,1 0 0 0 0,1 0 1 0 0,0-1-1 0 0,0 1 1 0 0,0 1-1 0 0,0-2 0 0 0,1 1 1 0 0,0 0-1 0 0,3 8 1 0 0,-4-12 3 0 0,1 0 1 0 0,0 0 0 0 0,0 0-1 0 0,0-1 1 0 0,0 1 0 0 0,0 0-1 0 0,1 0 1 0 0,0-1 0 0 0,-2 1-1 0 0,2-1 1 0 0,0 1 0 0 0,0 0-1 0 0,-1-1 1 0 0,1-1 0 0 0,0 2-1 0 0,0-1 1 0 0,-1 0 0 0 0,1 0-1 0 0,0 0 1 0 0,0 0 0 0 0,0-1-1 0 0,0 1 1 0 0,0-1 0 0 0,0 0-1 0 0,0 0 1 0 0,0 0 0 0 0,0 0-1 0 0,1 0 1 0 0,-2 0 0 0 0,1 0-1 0 0,4 0 1 0 0,4-3 138 0 0,-2 1 0 0 0,1-1 0 0 0,0 0 0 0 0,-1-1 0 0 0,1 1-1 0 0,-1-2 1 0 0,0 1 0 0 0,-1-1 0 0 0,1-1 0 0 0,0 1 0 0 0,9-11 0 0 0,1-2 296 0 0,0 0-1 0 0,-2-2 1 0 0,15-22-1 0 0,-20 28-326 0 0,-2-1 0 0 0,0 0-1 0 0,-1 0 1 0 0,0-1 0 0 0,10-31-1 0 0,-18 46-106 0 0,0 1 0 0 0,1-1-1 0 0,-1 0 1 0 0,0 0 0 0 0,0 0-1 0 0,0 1 1 0 0,0-1 0 0 0,0 1-1 0 0,0-1 1 0 0,0 0 0 0 0,0 0 0 0 0,0 0-1 0 0,0 1 1 0 0,0-1 0 0 0,-1 0-1 0 0,1 0 1 0 0,0 1 0 0 0,-1 0-1 0 0,1-1 1 0 0,0 0 0 0 0,0 0 0 0 0,0 1-1 0 0,-1-1 1 0 0,1 0 0 0 0,-2 0-1 0 0,1 0 0 0 0,0 0-1 0 0,0 1 1 0 0,0 0-1 0 0,-1-1 1 0 0,1 0-1 0 0,-1 1 1 0 0,1-1 0 0 0,0 1-1 0 0,-1 0 1 0 0,1-1-1 0 0,-1 1 1 0 0,-1 0-1 0 0,-7 1-10 0 0,0-1 0 0 0,1 2-1 0 0,-12 2 1 0 0,12-2 3 0 0,-82 16-3318 0 0,70-14-2869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 4007 0 0,'-2'-1'122'0'0,"1"1"-1"0"0,-1 0 0 0 0,0 0 0 0 0,0 0 0 0 0,1 0 1 0 0,-1 0-1 0 0,1 0 0 0 0,-1 1 0 0 0,1-1 0 0 0,-1 1 0 0 0,0-1 1 0 0,0 1-1 0 0,1 0 0 0 0,0-1 0 0 0,-1 1 0 0 0,0 0 1 0 0,1 0-1 0 0,0 0 0 0 0,0 0 0 0 0,-1 0 0 0 0,1 1 0 0 0,0-2 1 0 0,-2 4-1 0 0,1-2 114 0 0,1-1-1 0 0,0 1 1 0 0,-1-1 0 0 0,0 1-1 0 0,0-1 1 0 0,1 0 0 0 0,-1 0 0 0 0,0 0-1 0 0,1 0 1 0 0,-1 0 0 0 0,0 0 0 0 0,-1 0-1 0 0,2-1 1 0 0,-4 2 0 0 0,-7-11 3946 0 0,11 9-3982 0 0,1-1-1 0 0,0 1 1 0 0,0 0-1 0 0,0-1 1 0 0,0 1-1 0 0,-1-1 0 0 0,1 1 1 0 0,0-1-1 0 0,-1 1 1 0 0,1 0-1 0 0,0-1 0 0 0,0 1 1 0 0,0-1-1 0 0,-1 1 1 0 0,1 0-1 0 0,0 0 1 0 0,0-1-1 0 0,0 1 0 0 0,0-1 1 0 0,0 0-1 0 0,0 1 1 0 0,0-1-1 0 0,0 1 0 0 0,0-1 1 0 0,0 1-1 0 0,0-1 1 0 0,0 1-1 0 0,1-1 1 0 0,1 3 51 0 0,-1 0 1 0 0,1 0 0 0 0,0 0 0 0 0,-1 0 0 0 0,0 1 0 0 0,0-1 0 0 0,3 5 0 0 0,-3-6-112 0 0,14 28 301 0 0,21 30 0 0 0,-34-56-336 0 0,6 4 0 0 0,21 22-1 0 0,-21-22-7 0 0,1-1-7 0 0,28 15-1 0 0,-16-11 1 0 0,25 5 6 0 0,-21-9-15 0 0,33 3-64 0 0,9-4-16 0 0,-44-5 0 0 0,-18 0 0 0 0,1 0 0 0 0,-1 0 0 0 0,0 0 0 0 0,0 1 0 0 0,0-1 0 0 0,0 1 0 0 0,6 2 0 0 0,-9-2 1 0 0,-1-1 1 0 0,-1 0-1 0 0,2 1 0 0 0,-1-1 1 0 0,0 1-1 0 0,0 0 0 0 0,0-1 1 0 0,0 0-1 0 0,0 1 0 0 0,0 0 1 0 0,0 0-1 0 0,0 0 0 0 0,0 0 1 0 0,0 0-1 0 0,-1 0 0 0 0,0-1 1 0 0,1 1-1 0 0,0 0 0 0 0,-1 0 1 0 0,1 1-1 0 0,0-1 0 0 0,-1 0 1 0 0,1 0-1 0 0,-1 2 0 0 0,1 0 16 0 0,-1-1 0 0 0,0 1 0 0 0,0 0 0 0 0,0-1 0 0 0,-1 1 0 0 0,1 0-1 0 0,-1-1 1 0 0,0 1 0 0 0,0 0 0 0 0,-1 4 0 0 0,-2 1 34 0 0,0 1 1 0 0,-1-1 0 0 0,0 0-1 0 0,0-1 1 0 0,-10 12-1 0 0,5-9-34 0 0,0-1 1 0 0,0-1-1 0 0,-1 0 0 0 0,0-1 0 0 0,-1 1 0 0 0,1-1 0 0 0,-1-1 1 0 0,0-1-1 0 0,-18 6 0 0 0,-15 2-80 0 0,-62 9 0 0 0,56-12-102 0 0,18-3-190 0 0,6-1-6489 0 0,13-3-670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69 6015 0 0,'-2'-4'556'0'0,"2"-2"-1"0"0,-1 2 1 0 0,0-1-1 0 0,0-1 0 0 0,1 2 1 0 0,0-1-1 0 0,0 0 1 0 0,2-7-1 0 0,2-6 8915 0 0,10 37-7808 0 0,66 147-379 0 0,-51-101-1101 0 0,100 185 225 0 0,-119-233-365 0 0,15 16-31 0 0,4-2-28 0 0,-23-25-73 0 0,1-9-828 0 0,-2 2 561 0 0,-3 0 290 0 0,0 0 0 0 0,1 0 0 0 0,-1 1 0 0 0,1-1 0 0 0,-1-1 0 0 0,0 1 1 0 0,5-3-1 0 0,-6 3-314 0 0,0 0 0 0 0,0 0 0 0 0,0 0 0 0 0,-1 0 0 0 0,1 0 0 0 0,-1 0 0 0 0,1 0 0 0 0,0 0 0 0 0,0 0 0 0 0,-1 0 0 0 0,1-1 0 0 0,-1 1 0 0 0,1 0 0 0 0,-1-2 0 0 0,2-17-6691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6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 14431 0 0,'-1'-1'175'0'0,"-1"1"-1"0"0,1 0 1 0 0,0 0-1 0 0,-1 0 1 0 0,0 0-1 0 0,1 0 1 0 0,0 0 0 0 0,-1 1-1 0 0,0-1 1 0 0,1 0-1 0 0,0 1 1 0 0,-1-1-1 0 0,1 1 1 0 0,-1 0-1 0 0,1-1 1 0 0,-2 2-1 0 0,-23 17 2643 0 0,17-12-2419 0 0,-57 47 1147 0 0,-110 117 0 0 0,10-9-1582 0 0,151-147-455 0 0,-2-2 1 0 0,1-1 0 0 0,-26 14 0 0 0,20-15-7299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5.5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43 0 0,'0'8'0'0,"0"-5"0"0,0 1 0 0,0-2 0 0,0-3 0 0,0-1 0 0,0-4 0 0,0-3 0 0,0-9 0 0,0-5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6.4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 0 0,'0'3697'0'0,"0"-2218"0"0,0-495 0 0,0 1072 0 0,0-1970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43 3007 0 0,'4'-19'615'0'0,"-3"17"-503"0"0,0 0-1 0 0,0 1 0 0 0,-1-2 1 0 0,1 1-1 0 0,-1 0 0 0 0,1 0 1 0 0,-1 0-1 0 0,0 0 0 0 0,0-4 0 0 0,0 6-27 0 0,-1 0 1 0 0,1 0-1 0 0,0 0 0 0 0,-1 0 0 0 0,1 0 0 0 0,-1 0 0 0 0,1 0 0 0 0,0 1 0 0 0,-1-1 0 0 0,1 0 0 0 0,0 0 0 0 0,-1 0 0 0 0,1 0 0 0 0,0 0 0 0 0,-1 1 0 0 0,1-1 1 0 0,0 0-1 0 0,0 0 0 0 0,0 0 0 0 0,0 1 0 0 0,0-1 0 0 0,0 0 0 0 0,-1 1 0 0 0,1-1 0 0 0,0 0 0 0 0,0 0 0 0 0,-1 0 0 0 0,1 0 0 0 0,0 0 0 0 0,0 1 0 0 0,0-1 1 0 0,0 0-1 0 0,0 1 0 0 0,0 0 0 0 0,-10 13 1555 0 0,-6 28 1789 0 0,-21 82 0 0 0,20-65-2932 0 0,0-1-302 0 0,-13 49 17 0 0,29-86-138 0 0,1-20-96 0 0,-1-1 0 0 0,1 0 0 0 0,0 0 0 0 0,0 1 0 0 0,0-1 0 0 0,0 0-1 0 0,0 0 1 0 0,0 0 0 0 0,0 0 0 0 0,0 1 0 0 0,0-1 0 0 0,0 0 0 0 0,0 1 0 0 0,0-1 0 0 0,0 0 0 0 0,1 1 0 0 0,-1-1 0 0 0,0 0-1 0 0,0 0 1 0 0,0 1 0 0 0,0-1 0 0 0,0 0 0 0 0,1 0 0 0 0,-1 1 0 0 0,0-1 0 0 0,0 0 0 0 0,1 0 0 0 0,-1 1 0 0 0,0-1 0 0 0,0 0-1 0 0,0 0 1 0 0,0 0 0 0 0,0 0 0 0 0,0 1 0 0 0,1-1 0 0 0,-1 0 0 0 0,0 0 0 0 0,1 0 0 0 0,-1 0 0 0 0,0 0 0 0 0,1 0 0 0 0,-1 0-1 0 0,0 0 1 0 0,0 0 0 0 0,1 0 0 0 0,-1 0 0 0 0,0 0 0 0 0,1 0 0 0 0,-1 0 0 0 0,0 0 0 0 0,1 0 0 0 0,-1 0 0 0 0,0 0 0 0 0,1 0-1 0 0,-1-1 1 0 0,0 1 0 0 0,0 0 0 0 0,0 0 0 0 0,0 0 0 0 0,0-1 0 0 0,0 1 0 0 0,1 0 0 0 0,-1 0 0 0 0,0 0 0 0 0,0-1 0 0 0,0 1 0 0 0,1 0-1 0 0,-1 0 1 0 0,0-1 0 0 0,9-16-3434 0 0,-4 3-1146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5287 0 0,'1'-4'390'0'0,"5"6"782"0"0,8 7 620 0 0,17 17-294 0 0,0 2 1 0 0,28 35 0 0 0,-10-11-751 0 0,-33-36-555 0 0,89 84 646 0 0,-33-38-803 0 0,-13-13-632 0 0,-26-22-660 0 0,-10-9-3502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166 163 4511 0 0,'-1'-4'539'0'0,"1"1"-1"0"0,-1-2 0 0 0,1 2 0 0 0,0-2 0 0 0,0 2 0 0 0,0-2 0 0 0,0 1 0 0 0,2-7 0 0 0,-1 7-178 0 0,0-1 0 0 0,0 2-1 0 0,-1-1 1 0 0,0-1-1 0 0,0 1 1 0 0,-1-10-1 0 0,7 59 1729 0 0,7 14-1689 0 0,6 63 0 0 0,3 21 3 0 0,-22-143-402 0 0,6 22-27 0 0,-6-21 22 0 0,0-1 0 0 0,0 1 0 0 0,1 0 0 0 0,-1 0 0 0 0,0 0 1 0 0,1 0-1 0 0,-1-1 0 0 0,1 1 0 0 0,-1 0 0 0 0,1-1 0 0 0,-1 1 0 0 0,1-1 0 0 0,-1 1 1 0 0,0 0-1 0 0,1 0 0 0 0,0-1 0 0 0,0 1 0 0 0,0-1 0 0 0,-1 1 0 0 0,1-1 0 0 0,1 2 1 0 0,-1-6-151 0 0,0 1-1 0 0,0 1 1 0 0,-1-1 0 0 0,1 0 0 0 0,-1 0 0 0 0,1 0 0 0 0,-1 0 0 0 0,-1-6 0 0 0,1 8 115 0 0,2-34-8 0 0,1-2 0 0 0,1 2 1 0 0,2 0-1 0 0,2 0 0 0 0,1 0 1 0 0,1 1-1 0 0,20-40 0 0 0,14-50 102 0 0,-40 114 56 0 0,-4 22 390 0 0,1 2-76 0 0,29 361 2050 0 0,-7-178-1172 0 0,-3-9-182 0 0,-17-148-764 0 0,-2 1-1 0 0,-8 66 0 0 0,6-97-264 0 0,-2-1 1 0 0,2 0 0 0 0,-2 0 0 0 0,0-1 0 0 0,-1 0 0 0 0,1 1 0 0 0,-2-1 0 0 0,1 0 0 0 0,0 0 0 0 0,-1-1 0 0 0,-1 1 0 0 0,0-1 0 0 0,0-1 0 0 0,0 1 0 0 0,-1 0 0 0 0,0-2 0 0 0,1 1 0 0 0,-1-1-1 0 0,-1 1 1 0 0,0-2 0 0 0,-14 7 0 0 0,14-8-62 0 0,-1 1 1 0 0,0-1-1 0 0,1-1 0 0 0,-2 1 0 0 0,2-1 0 0 0,-2-1 0 0 0,2-1 1 0 0,-2 1-1 0 0,1-1 0 0 0,-1 0 0 0 0,1-1 0 0 0,0 1 0 0 0,-1-2 0 0 0,2 0 1 0 0,-1-1-1 0 0,0 1 0 0 0,0-1 0 0 0,0-1 0 0 0,1 1 0 0 0,-16-11 0 0 0,4 0-897 0 0,-32-32 0 0 0,11 5-6728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5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87 188 2303 0 0,'1'-10'1148'0'0,"0"0"-1"0"0,0 0 0 0 0,1-1 0 0 0,0 0 0 0 0,1 2 0 0 0,0-2 0 0 0,1 1 0 0 0,8-16 1 0 0,-10 22-806 0 0,-1 1-1 0 0,2 0 1 0 0,-1-1 0 0 0,0 2 0 0 0,1-2 0 0 0,-1 2 0 0 0,1-1 0 0 0,0 0 0 0 0,0 1 0 0 0,0 0-1 0 0,6-4 1 0 0,-6 5-288 0 0,-1 0 0 0 0,1 0 0 0 0,0 0 0 0 0,-1 1 0 0 0,1-1 0 0 0,-1 1 0 0 0,1 0 0 0 0,0 0 0 0 0,-1 0 0 0 0,1 0 0 0 0,-2 0 0 0 0,2 1 0 0 0,0-1 0 0 0,-1 1 0 0 0,1 0 0 0 0,-1 0 0 0 0,1 0 0 0 0,0-1 0 0 0,2 3 0 0 0,-3-1-46 0 0,1 0 0 0 0,0-1 0 0 0,-1 1 0 0 0,1 0 0 0 0,-1 0-1 0 0,1 0 1 0 0,-1 0 0 0 0,-1 1 0 0 0,2-1 0 0 0,-1 1 0 0 0,-1 0 0 0 0,1-1 0 0 0,0 1 0 0 0,0 3 0 0 0,1 0 22 0 0,-1 0 0 0 0,0 0 0 0 0,-2-1 0 0 0,2 1 0 0 0,-1 1 0 0 0,-1-1 1 0 0,1 6-1 0 0,-2 6 78 0 0,-1 1 0 0 0,1-2 1 0 0,-3 1-1 0 0,-5 18 0 0 0,-7 17-55 0 0,11-39-45 0 0,0 2-1 0 0,1-1 0 0 0,1 0 0 0 0,-1 0 1 0 0,2 0-1 0 0,-1 24 0 0 0,3-38-9 0 0,0 0 0 0 0,0 0 0 0 0,0 1 0 0 0,1-1 0 0 0,-1 1 0 0 0,0-2 0 0 0,1 2 0 0 0,-1-1 0 0 0,1 1 0 0 0,-1-1 0 0 0,1 0-1 0 0,-1 0 1 0 0,0 0 0 0 0,1 0 0 0 0,0 0 0 0 0,1 2 0 0 0,-1-2-2 0 0,0-1-1 0 0,-1 1 1 0 0,1-1-1 0 0,0 0 1 0 0,0 0-1 0 0,0 1 1 0 0,0-1 0 0 0,-1 0-1 0 0,1 0 1 0 0,-1 1-1 0 0,1-1 1 0 0,0 0-1 0 0,0 0 1 0 0,0 0-1 0 0,0 0 1 0 0,1 0-1 0 0,-2 0 1 0 0,2-1 0 0 0,2 0-13 0 0,-2 1 1 0 0,2-1 0 0 0,-1-1 0 0 0,0 1 0 0 0,-1-1 0 0 0,2 0 0 0 0,-2 1-1 0 0,1-1 1 0 0,0 0 0 0 0,-1-1 0 0 0,4-2 0 0 0,3-5-98 0 0,-1-2 1 0 0,0 1-1 0 0,0-1 0 0 0,10-21 0 0 0,19-55-32 0 0,4-8 54 0 0,5 18-97 0 0,6-11 42 0 0,-60 183 1747 0 0,-6 94-1421 0 0,10-115 46 0 0,0 211 1562 0 0,-2 26-1410 0 0,6-297-354 0 0,-1-1-1 0 0,-1 1 1 0 0,-1-1 0 0 0,1 0-1 0 0,-2 1 1 0 0,-7 16-1 0 0,8-23 15 0 0,0-1-1 0 0,0 0 1 0 0,0 0-1 0 0,-1 0 1 0 0,1 0-1 0 0,-1-1 1 0 0,-1 1 0 0 0,1-2-1 0 0,0 2 1 0 0,-1-2-1 0 0,0 1 1 0 0,0-1-1 0 0,0 0 1 0 0,0 1-1 0 0,-10 2 1 0 0,5-3-30 0 0,0 0 0 0 0,0-1 0 0 0,-1 0 0 0 0,2-1 0 0 0,-2 0 0 0 0,1-1 0 0 0,0 0 0 0 0,-1 0 0 0 0,1-1 0 0 0,-1 0 0 0 0,1-1-1 0 0,0-1 1 0 0,0 0 0 0 0,0 0 0 0 0,-18-9 0 0 0,13 5-343 0 0,-1-2 0 0 0,1 1-1 0 0,1-2 1 0 0,-1 0-1 0 0,2 0 1 0 0,-1-2 0 0 0,1 0-1 0 0,-19-24 1 0 0,14 11-1387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59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5063 0 0,'3'-1'374'0'0,"2"0"-1"0"0,-2 0 1 0 0,0 0-1 0 0,0 0 1 0 0,1-1-1 0 0,-1 1 1 0 0,6-4-1 0 0,4-3 630 0 0,6 1 1662 0 0,1 1 0 0 0,0 2 0 0 0,40-7 0 0 0,-37 9-2253 0 0,0-2-1 0 0,37-12 1 0 0,-59 15-567 0 0,1 1 0 0 0,-1-1 0 0 0,1 0 0 0 0,-1 1 1 0 0,0-1-1 0 0,1 0 0 0 0,-1 0 0 0 0,1 0 1 0 0,-2 0-1 0 0,1 0 0 0 0,1 0 0 0 0,0-1 1 0 0,-4-1-952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3679 0 0,'36'-2'8942'0'0,"2"-3"-4923"0"0,14-1-1964 0 0,20-2-1574 0 0,-41 1-5866 0 0,-14 2-543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287 379 1839 0 0,'0'0'62'0'0,"0"0"0"0"0,0 1 0 0 0,0-1-1 0 0,0 1 1 0 0,0-1 0 0 0,1 0 0 0 0,-1 0-1 0 0,0 0 1 0 0,0 0 0 0 0,0 1 0 0 0,1-1-1 0 0,-1 0 1 0 0,0 1 0 0 0,1-1 0 0 0,-1 0-1 0 0,0 1 1 0 0,1-1 0 0 0,-1 0 0 0 0,0 0-1 0 0,0 1 1 0 0,0-1 0 0 0,0 0-1 0 0,1 0 1 0 0,-1 0 0 0 0,1 0 0 0 0,-1 0-1 0 0,0 1 1 0 0,1-1 0 0 0,-1 0 0 0 0,1 0-1 0 0,-1 0 1 0 0,1 0 0 0 0,-1 0 0 0 0,0 0-1 0 0,1 0 1 0 0,8-12 2870 0 0,3-23 2426 0 0,-11 32-4925 0 0,20-88 5967 0 0,-18 66-5939 0 0,0 1 0 0 0,-1-2 1 0 0,-3-39-1 0 0,1 57-442 0 0,-2-1 0 0 0,1 0 0 0 0,-1 1 1 0 0,0-1-1 0 0,-1 1 0 0 0,-6-16 0 0 0,9 22-19 0 0,-1 1 0 0 0,-1-1 0 0 0,1 0 0 0 0,0 0-1 0 0,1 1 1 0 0,-2-1 0 0 0,1 0 0 0 0,-1 0 0 0 0,1 1 0 0 0,-1 0 0 0 0,1 0-1 0 0,-1-1 1 0 0,1 1 0 0 0,-1 0 0 0 0,0 0 0 0 0,0 0 0 0 0,1 1 0 0 0,-2-1-1 0 0,1 0 1 0 0,1 0 0 0 0,-1 1 0 0 0,-1-1 0 0 0,1 1 0 0 0,1 0 0 0 0,-2 0-1 0 0,1 0 1 0 0,1 0 0 0 0,-2 0 0 0 0,1 0 0 0 0,1 0 0 0 0,-2 1 0 0 0,1-1-1 0 0,1 1 1 0 0,-5 1 0 0 0,-2 2-12 0 0,-1 0 0 0 0,0 1 0 0 0,1 0 0 0 0,0 0 0 0 0,-1 2-1 0 0,2-1 1 0 0,0 1 0 0 0,0 0 0 0 0,-10 12 0 0 0,1 1-179 0 0,1 1 0 0 0,-18 35 0 0 0,13-17-179 0 0,1 1 0 0 0,2 0 0 0 0,2 2 0 0 0,3 0 0 0 0,-14 73 0 0 0,25-107 347 0 0,0 1 0 0 0,0 0 1 0 0,1 0-1 0 0,0-1 1 0 0,0 1-1 0 0,1 0 1 0 0,2 9-1 0 0,-2-16 24 0 0,-1 1 0 0 0,1-2-1 0 0,0 1 1 0 0,0 0 0 0 0,-1 0 0 0 0,1-1 0 0 0,0 1 0 0 0,0-1 0 0 0,0 1-1 0 0,0 0 1 0 0,1-1 0 0 0,-1 0 0 0 0,0 1 0 0 0,1-1 0 0 0,2 3-1 0 0,-2-4 12 0 0,0 1 0 0 0,0-1 0 0 0,-1 1-1 0 0,1-1 1 0 0,0 1 0 0 0,-1-1 0 0 0,2 0-1 0 0,-1 0 1 0 0,-1 0 0 0 0,1 0 0 0 0,0 0-1 0 0,0 0 1 0 0,0-1 0 0 0,0 1 0 0 0,0-1 0 0 0,-1 1-1 0 0,1-1 1 0 0,0 1 0 0 0,2-2 0 0 0,7-4 86 0 0,0 0 0 0 0,-1-1 0 0 0,1 0 0 0 0,-2 0 0 0 0,14-13 1 0 0,44-49 85 0 0,-57 56-199 0 0,14-14 19 0 0,-18 18-20 0 0,1 0-1 0 0,0 1 1 0 0,0 0-1 0 0,1 0 1 0 0,0 1-1 0 0,1 0 1 0 0,14-9-1 0 0,-22 16 15 0 0,0-1 0 0 0,0 1 0 0 0,0-1 0 0 0,0 1 0 0 0,0 0 1 0 0,0 0-1 0 0,1 0 0 0 0,-2 0 0 0 0,1 0 0 0 0,0 0 0 0 0,1 0 0 0 0,-1 0 0 0 0,0 0 0 0 0,0 1 0 0 0,0-1 0 0 0,0 0 0 0 0,0 1 0 0 0,0-1 0 0 0,0 1 0 0 0,0-1 0 0 0,0 1 0 0 0,0 0 0 0 0,0-1 0 0 0,0 1 1 0 0,0 0-1 0 0,0-1 0 0 0,-1 1 0 0 0,0 0 0 0 0,1 0 0 0 0,0 0 0 0 0,0 0 0 0 0,-1 0 0 0 0,1 0 0 0 0,0 0 0 0 0,-1-1 0 0 0,1 3 0 0 0,3 6 12 0 0,-1 0-1 0 0,1 0 0 0 0,2 14 1 0 0,0-5 43 0 0,-2-5-470 0 0,13 30 1345 0 0,-5-27-2472 0 0,-11-16 1211 0 0,0 1 0 0 0,-1 0-1 0 0,1 0 1 0 0,0-1 0 0 0,0 0 0 0 0,0 0 0 0 0,0 1 0 0 0,1-1-1 0 0,-2 1 1 0 0,1-1 0 0 0,0 0 0 0 0,0 1 0 0 0,1-1-1 0 0,0 0 1 0 0,5-1-5239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 10135 0 0,'-12'-12'4412'0'0,"14"22"-2488"0"0,5 18-575 0 0,1 0-1 0 0,2 0 0 0 0,19 38 0 0 0,-26-61-1182 0 0,2 8-64 0 0,17 35 365 0 0,-17-38-381 0 0,-2-2-34 0 0,1-1 1 0 0,-1 0 0 0 0,1 0 0 0 0,8 8-1 0 0,21 34 4 0 0,-21-33-50 0 0,-8-10-9 0 0,0 0 0 0 0,2 1 0 0 0,-1-2 0 0 0,0 0 0 0 0,8 7 0 0 0,-12-11-74 0 0,0 0 0 0 0,-1-1 0 0 0,0 0 0 0 0,1 1-1 0 0,-1-1 1 0 0,1 1 0 0 0,0-1 0 0 0,0 0-1 0 0,-1 1 1 0 0,1-1 0 0 0,0 1 0 0 0,-1-1-1 0 0,1 0 1 0 0,0 0 0 0 0,-1 1 0 0 0,1-1 0 0 0,0 0-1 0 0,0 0 1 0 0,0 0 0 0 0,0 0 0 0 0,-1 0-1 0 0,1 0 1 0 0,-1 0 0 0 0,1-1 0 0 0,0 1-1 0 0,0 0 1 0 0,0 0 0 0 0,0-1 0 0 0,-1 1 0 0 0,0 0-1 0 0,1-1 1 0 0,0 1 0 0 0,0-1 0 0 0,-1 1-1 0 0,1-1 1 0 0,0 1 0 0 0,-1 0 0 0 0,1-1 0 0 0,-1 1-1 0 0,1-1 1 0 0,-1 0 0 0 0,0 1 0 0 0,0-1-1 0 0,1 0 1 0 0,-1 0 0 0 0,1 1 0 0 0,-1-1-1 0 0,0 0 1 0 0,1 1 0 0 0,-1-1 0 0 0,0-1 0 0 0,3-6-6853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3223 0 0,'0'0'385'0'0,"-1"0"0"0"0,0-1 1 0 0,0 1-1 0 0,0 0 0 0 0,0 0 0 0 0,0 0 0 0 0,0 0 0 0 0,1 0 0 0 0,-1 0 0 0 0,0 0 0 0 0,0 1 0 0 0,0-1 0 0 0,1 0 0 0 0,-1 0 0 0 0,0 1 0 0 0,1-1 0 0 0,-1 1 0 0 0,0-1 0 0 0,0 1 0 0 0,1-1 0 0 0,-1 0 0 0 0,-1 2 0 0 0,-17 12 3653 0 0,-33 37 500 0 0,-21 33-4022 0 0,22-25-505 0 0,1-2-2712 0 0,36-43-4013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6 104 4143 0 0,'-1'0'223'0'0,"1"-1"0"0"0,-1 1 0 0 0,1 0 0 0 0,-1-1-1 0 0,1 1 1 0 0,0-1 0 0 0,0 1 0 0 0,0-1 0 0 0,0 1-1 0 0,-1-1 1 0 0,1 1 0 0 0,0-1 0 0 0,-1 0-1 0 0,1 1 1 0 0,0-1 0 0 0,0 1 0 0 0,0 0 0 0 0,0-1-1 0 0,0 1 1 0 0,-1-1 0 0 0,1 1 0 0 0,0-1 0 0 0,0 0-1 0 0,1 1 1 0 0,-1-1 0 0 0,0 1 0 0 0,0-1-1 0 0,0 0 1 0 0,0 1 0 0 0,0-1 0 0 0,1 1 0 0 0,-1 0-1 0 0,1-1 1 0 0,-1-1 100 0 0,1 1 1 0 0,1 0-1 0 0,-1-1 0 0 0,1 2 1 0 0,-1-1-1 0 0,0 0 0 0 0,1 0 1 0 0,-1 0-1 0 0,1 0 0 0 0,2-1 1 0 0,5 0 326 0 0,-1-1 1 0 0,1 1-1 0 0,11-1 1 0 0,179-14 3070 0 0,-187 16-3552 0 0,-2 0-142 0 0,0 0 0 0 0,0 0 0 0 0,0 0 1 0 0,0-1-1 0 0,10-4 0 0 0,-12 4-11 0 0,-8 2-44 0 0,1 0-1 0 0,0 0 1 0 0,0 0 0 0 0,-1-1 0 0 0,1 1-1 0 0,0 0 1 0 0,0 0 0 0 0,-1 0 0 0 0,0-1-1 0 0,1 1 1 0 0,-1 0 0 0 0,1-1 0 0 0,0 1-1 0 0,-1-1 1 0 0,1 1 0 0 0,-1-1 0 0 0,1 1-1 0 0,-1 0 1 0 0,1 0 0 0 0,-1-1 0 0 0,0 0-1 0 0,0 1 1 0 0,0-1 0 0 0,1 1 0 0 0,-1-1-1 0 0,0 0 1 0 0,1 0 0 0 0,-1 1 0 0 0,0-1-1 0 0,0 0 1 0 0,0 1 0 0 0,1 0 0 0 0,-1-2-1 0 0,-1 1-199 0 0,1 0 0 0 0,0 0 0 0 0,-1 0-1 0 0,1 0 1 0 0,-1 1 0 0 0,1-1 0 0 0,0 0 0 0 0,-1 1-1 0 0,0-1 1 0 0,1 0 0 0 0,-1 0 0 0 0,0 1 0 0 0,0-1-1 0 0,1 0 1 0 0,-1 1 0 0 0,-1-1 0 0 0,-5-3-6103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5063 0 0,'3'-4'6065'0'0,"0"19"-2752"0"0,4 22-301 0 0,-1 36-619 0 0,-1-9-1954 0 0,3 1 0 0 0,16 65 0 0 0,-17-107-1139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3223 0 0,'-1'0'4277'0'0,"-1"4"-1304"0"0,1 14 128 0 0,-2 22-825 0 0,7 181 3970 0 0,2-31-6147 0 0,-11-36-3261 0 0,16-208 470 0 0,-8 2-566 0 0,-3 34 1986 0 0,2 1 0 0 0,5-29 0 0 0,-7 44 1374 0 0,0 0 0 0 0,1 0 1 0 0,-1 1-1 0 0,0-1 0 0 0,0 0 0 0 0,1 1 0 0 0,0 0 0 0 0,0-1 0 0 0,0 0 0 0 0,0 1 0 0 0,0-1 0 0 0,-1 1 0 0 0,2 0 0 0 0,-1-1 0 0 0,0 1 0 0 0,1-1 0 0 0,-2 1 0 0 0,2 0 0 0 0,0 1 0 0 0,-1-1 0 0 0,1 0 0 0 0,-1 0 0 0 0,1 0 1 0 0,-1 0-1 0 0,1 0 0 0 0,-1 1 0 0 0,1-1 0 0 0,0 1 0 0 0,0-1 0 0 0,-1 1 0 0 0,1 0 0 0 0,0 0 0 0 0,-1 0 0 0 0,1 0 0 0 0,0 0 0 0 0,3 1 0 0 0,-1 0 48 0 0,1 1 1 0 0,-2-1-1 0 0,2 1 0 0 0,-1-1 0 0 0,-1 2 0 0 0,2-1 1 0 0,-2 1-1 0 0,1-1 0 0 0,0 1 0 0 0,-1 0 0 0 0,1-1 1 0 0,-2 2-1 0 0,6 5 0 0 0,2 2 674 0 0,-3 1 0 0 0,2 1 1 0 0,-1-1-1 0 0,-1 1 0 0 0,-1 1 0 0 0,9 25 1 0 0,-14-33-728 0 0,1 0 1 0 0,-1 1 0 0 0,1-1 0 0 0,-2 1 0 0 0,0 0 0 0 0,0 0 0 0 0,0-1 0 0 0,0 1 0 0 0,-1-1 0 0 0,0 1 0 0 0,0-1-1 0 0,-1 2 1 0 0,1-2 0 0 0,-2 0 0 0 0,1 0 0 0 0,0 0 0 0 0,-6 8 0 0 0,4-8-105 0 0,2-1 0 0 0,-2 0 0 0 0,1 0 0 0 0,-1-1 0 0 0,-1 1 0 0 0,2-1 0 0 0,-2 1-1 0 0,0-2 1 0 0,1 1 0 0 0,-1-1 0 0 0,0 1 0 0 0,-1-2 0 0 0,1 2 0 0 0,0-1 0 0 0,0-2 0 0 0,-9 4 0 0 0,9-4-952 0 0,-1 0 0 0 0,0 0 0 0 0,0-1 1 0 0,0 1-1 0 0,0-1 0 0 0,-7-1 0 0 0,-4-1-5856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48 152 3455 0 0,'-7'-121'376'0'0,"7"120"-346"0"0,0-1-1 0 0,0 2 0 0 0,0-2 0 0 0,0 1 0 0 0,0-1 0 0 0,0 0 0 0 0,0 1 0 0 0,-1 0 0 0 0,1 0 1 0 0,-1-1-1 0 0,0 1 0 0 0,1 0 0 0 0,-1 0 0 0 0,0 0 0 0 0,0 0 0 0 0,1-1 0 0 0,-1 1 0 0 0,0 0 1 0 0,0 0-1 0 0,-1 0 0 0 0,1 1 0 0 0,1-1 0 0 0,-3-1 0 0 0,2 2 97 0 0,1 0 1 0 0,-1-1-1 0 0,1 1 0 0 0,-1 0 1 0 0,0 0-1 0 0,1 0 0 0 0,0 0 1 0 0,0 0-1 0 0,-1 0 0 0 0,0 0 1 0 0,1 0-1 0 0,-1 0 0 0 0,0 0 1 0 0,1 0-1 0 0,-1 0 0 0 0,0 0 1 0 0,1 0-1 0 0,0 1 0 0 0,0-1 1 0 0,-1 0-1 0 0,1 0 0 0 0,-2 1 0 0 0,1 0 193 0 0,0 0-1 0 0,0-1 0 0 0,1 1 0 0 0,-1 0 0 0 0,1 0 0 0 0,-1 1 0 0 0,0-1 0 0 0,0 0 1 0 0,1 0-1 0 0,-1-1 0 0 0,1 2 0 0 0,-1-1 0 0 0,1 0 0 0 0,-1 2 0 0 0,0 7-16 0 0,0 0-1 0 0,1 0 0 0 0,-1 0 1 0 0,2 0-1 0 0,1 12 0 0 0,0 14-2255 0 0,-2-29-2428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5:55.84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393 1 0 0,'-393'0'0'0,"445"0"0"0,3 0 0 0,18 0 0 0,-8 0 0 0,2 0 0 0,582 0 0 0,-586 0 0 0,34 0 0 0,7 0 0 0,56 0 0 0,6768 0 0 0,-6899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01.4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20 0 0,'0'-20'0'0,"0"26"0"0,0 31 0 0,0 4240 0 0,0 1 0 0,0-4261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0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1503 0 0,'1'-3'396'0'0,"1"0"0"0"0,0-1 0 0 0,0 1 0 0 0,0 0 0 0 0,0 0 0 0 0,1 0 0 0 0,-1 1 0 0 0,5-4 0 0 0,4-6 964 0 0,-6 5-636 0 0,-2 3-95 0 0,0 0 1 0 0,0 0-1 0 0,0-1 1 0 0,0 1 0 0 0,-1-1-1 0 0,1 1 1 0 0,-1-1-1 0 0,0 0 1 0 0,-1 0 0 0 0,1 0-1 0 0,-1 0 1 0 0,1-6-1 0 0,0 3 1422 0 0,2 11-725 0 0,8 18-226 0 0,-8-15-1018 0 0,-2 1-31 0 0,0-1 0 0 0,0 0-1 0 0,0 1 1 0 0,-1-1 0 0 0,0 1 0 0 0,0 0 0 0 0,-1-1 0 0 0,0 13 0 0 0,0 3 124 0 0,2 11-19 0 0,2 0 0 0 0,1 0 0 0 0,1-1 0 0 0,2 0 0 0 0,1 0 0 0 0,1-1 0 0 0,28 57 0 0 0,-31-75-150 0 0,14 25 36 0 0,-19-36-41 0 0,-1 0-1 0 0,1 0 1 0 0,0 0-1 0 0,-1 0 1 0 0,1-1-1 0 0,0 1 1 0 0,0-1 0 0 0,0 1-1 0 0,0-1 1 0 0,0 0-1 0 0,0 1 1 0 0,0-1-1 0 0,1-1 1 0 0,3 3-1 0 0,-5-4-1 0 0,0 1 1 0 0,0 0-1 0 0,1 0 0 0 0,-1 0 0 0 0,0-1 0 0 0,0 1 1 0 0,0 0-1 0 0,0-1 0 0 0,0 1 0 0 0,0-1 0 0 0,0 1 1 0 0,0-1-1 0 0,0 0 0 0 0,-1 1 0 0 0,1-1 0 0 0,0 0 1 0 0,0 0-1 0 0,0 0 0 0 0,-1 1 0 0 0,1-1 0 0 0,0 0 1 0 0,0-2-1 0 0,15-25 11 0 0,-15 24-6 0 0,29-62 63 0 0,24-84-1 0 0,-11 28-67 0 0,-42 121-1 0 0,-1 0 1 0 0,0-1-1 0 0,1 1 0 0 0,-1 0 1 0 0,1-1-1 0 0,0 1 0 0 0,-1 0 0 0 0,1 0 1 0 0,0 0-1 0 0,0 0 0 0 0,0 0 1 0 0,0 0-1 0 0,-1 0 0 0 0,2 0 0 0 0,-1 0 1 0 0,0 0-1 0 0,0 0 0 0 0,0 1 1 0 0,0-1-1 0 0,3-1 0 0 0,-3 2 1 0 0,0 1-1 0 0,0-1 1 0 0,0 0-1 0 0,0 0 1 0 0,0 1 0 0 0,0-1-1 0 0,0 0 1 0 0,0 1-1 0 0,0 0 1 0 0,0-1-1 0 0,0 1 1 0 0,0-1-1 0 0,0 1 1 0 0,0 0 0 0 0,0 0-1 0 0,0-1 1 0 0,0 1-1 0 0,-1 0 1 0 0,1 0-1 0 0,0 0 1 0 0,-1 0 0 0 0,1 0-1 0 0,-1 0 1 0 0,2 2-1 0 0,13 26-19 0 0,21 53 0 0 0,-6-10-1 0 0,-14-37 22 0 0,-3-7 0 0 0,0-1 0 0 0,2 0 0 0 0,33 46 0 0 0,-47-72 1 0 0,0 0 0 0 0,0 0 0 0 0,0 0 0 0 0,0 0-1 0 0,0 0 1 0 0,0 0 0 0 0,0 0 0 0 0,0 0 0 0 0,0-1 0 0 0,0 1 0 0 0,1 0-1 0 0,-1-1 1 0 0,0 1 0 0 0,1-1 0 0 0,-1 1 0 0 0,0-1 0 0 0,1 0 0 0 0,-1 0-1 0 0,0 1 1 0 0,1-1 0 0 0,-1 0 0 0 0,2 0 0 0 0,0-1 3 0 0,-1 0 0 0 0,0 1-1 0 0,1-1 1 0 0,-1 0 0 0 0,0 0 0 0 0,0 0 0 0 0,1 0 0 0 0,-1-1 0 0 0,0 1 0 0 0,0-1 0 0 0,2-2 0 0 0,3-2 12 0 0,-1-1 1 0 0,1-1 0 0 0,-2 1-1 0 0,1-1 1 0 0,5-12 0 0 0,-1 0 81 0 0,-1-1 1 0 0,-1-1-1 0 0,-1 1 1 0 0,0-1-1 0 0,-2 0 1 0 0,-1-1-1 0 0,-1 1 0 0 0,1-42 1 0 0,-4 39-90 0 0,-2-1 1 0 0,0 0-1 0 0,-1 1 1 0 0,-2-1-1 0 0,-1 1 0 0 0,-1 0 1 0 0,-15-37-1 0 0,21 60-160 0 0,0-1-1 0 0,0 1 0 0 0,0 0 1 0 0,0-1-1 0 0,0 1 1 0 0,0 0-1 0 0,-1 0 0 0 0,1 0 1 0 0,-1 0-1 0 0,0 0 1 0 0,1 0-1 0 0,-1 0 0 0 0,0 1 1 0 0,0-1-1 0 0,0 1 1 0 0,0-1-1 0 0,0 1 0 0 0,-1 0 1 0 0,-1-2-1 0 0,-9 2-7080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16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50 189 2679 0 0,'0'-8'206'0'0,"-1"0"0"0"0,0 0 0 0 0,0 1 0 0 0,-1-1 0 0 0,0 0-1 0 0,0 1 1 0 0,-1 0 0 0 0,0-1 0 0 0,-1 1 0 0 0,-7-12-1 0 0,11 19-142 0 0,0-1-1 0 0,0 1 0 0 0,-1 0 0 0 0,1-1 0 0 0,0 1 0 0 0,0 0 1 0 0,-1-1-1 0 0,1 1 0 0 0,0 0 0 0 0,-1-1 0 0 0,1 1 0 0 0,-1 0 1 0 0,1 0-1 0 0,0 0 0 0 0,-1-1 0 0 0,1 1 0 0 0,-1 0 0 0 0,1 0 1 0 0,-1 0-1 0 0,1 0 0 0 0,0 0 0 0 0,-1 0 0 0 0,1 0 0 0 0,-1 0 1 0 0,1 0-1 0 0,-1 0 0 0 0,1 0 0 0 0,-1 0 0 0 0,1 0 0 0 0,-1 0 0 0 0,1 0 1 0 0,0 0-1 0 0,-1 0 0 0 0,1 1 0 0 0,-1-1 0 0 0,1 0 0 0 0,0 0 1 0 0,-1 0-1 0 0,1 1 0 0 0,-1-1 0 0 0,1 0 0 0 0,0 1 0 0 0,-1-1 1 0 0,1 0-1 0 0,0 1 0 0 0,0-1 0 0 0,-1 0 0 0 0,1 1 0 0 0,0-1 1 0 0,0 1-1 0 0,-1-1 0 0 0,1 0 0 0 0,0 1 0 0 0,0-1 0 0 0,0 1 1 0 0,0-1-1 0 0,0 1 0 0 0,0-1 0 0 0,0 1 0 0 0,0-1 0 0 0,0 0 1 0 0,0 1-1 0 0,0-1 0 0 0,0 1 0 0 0,0-1 0 0 0,0 1 0 0 0,0-1 1 0 0,1 1-1 0 0,15 92 368 0 0,-13-69-308 0 0,1 1 0 0 0,1 0 0 0 0,13 39 0 0 0,24 62 181 0 0,-9-26 149 0 0,-25-77-358 0 0,86 261 1645 0 0,-55-163-1329 0 0,-18-63-40 0 0,48 121 341 0 0,7 18-86 0 0,-4 77 261 0 0,-35-88-380 0 0,30 34 306 0 0,-13-58-762 0 0,26 71 40 0 0,-4-36-90 0 0,-50-129 0 0 0,17 37 0 0 0,53 66 1114 0 0,-35-67-2172 0 0,39 79 1042 0 0,-1-31 16 0 0,12 23 0 0 0,-105-165 0 0 0,18 36 0 0 0,58 84 0 0 0,43 47 192 0 0,-114-158 41 0 0,1-1 0 0 0,1 1 0 0 0,0-2 0 0 0,2 0 0 0 0,0-1 0 0 0,1-1-1 0 0,0 0 1 0 0,34 23 0 0 0,10 2-209 0 0,25 15 16 0 0,-59-41-40 0 0,6 4 0 0 0,2-1 0 0 0,53 18 0 0 0,-7-11 64 0 0,-40-18-311 0 0,0-2 0 0 0,0-3 0 0 0,79-5-1 0 0,-106 3-164 0 0,-12 1 397 0 0,34-2-325 0 0,55-10 1 0 0,-78 9 345 0 0,-1 0 0 0 0,1-1 0 0 0,-1 0 0 0 0,0 0 1 0 0,0-2-1 0 0,0 1 0 0 0,0-2 0 0 0,11-8 0 0 0,23-19-43 0 0,91-50 0 0 0,-122 76 33 0 0,0-1 0 0 0,-1-1-1 0 0,0 0 1 0 0,0 0 0 0 0,-1-2 0 0 0,-1 1 0 0 0,0-1 0 0 0,0-1 0 0 0,9-15 0 0 0,7-16-62 0 0,34-73 0 0 0,-40 72 1037 0 0,43-65 0 0 0,-50 90-896 0 0,119-190 19 0 0,-84 127-94 0 0,15-33 0 0 0,-29 36 2 0 0,-18 39-599 0 0,2 1-1 0 0,31-51 1 0 0,-15 35 784 0 0,-2 0 1 0 0,-3-2 0 0 0,-3-1 0 0 0,-2-2-1 0 0,19-72 1 0 0,28-92-117 0 0,-45 146 458 0 0,38-172-523 0 0,-30 105-92 0 0,-18 61-1580 0 0,-5-43 3351 0 0,1-4 122 0 0,4 45-3499 0 0,98-400-1090 0 0,-100 407 3750 0 0,4 1 0 0 0,42-116 0 0 0,-30 124-968 0 0,-13 29 0 0 0,14-46 0 0 0,44-128 0 0 0,-71 202 0 0 0,1-4-338 0 0,-1 0 1 0 0,3-21-1 0 0,-5 20 9 0 0,2 1 0 0 0,5-19 0 0 0,1 10 685 0 0,14-45 1248 0 0,-25 71-1638 0 0,5-12-1586 0 0,-5 12 1536 0 0,0 1 0 0 0,0 0 0 0 0,0 0 0 0 0,1-1 0 0 0,-1 1 0 0 0,0 0 0 0 0,0-1 0 0 0,0 1 0 0 0,1 0 0 0 0,-1 0 0 0 0,0 0 0 0 0,1-1 0 0 0,-1 1 0 0 0,0 0 0 0 0,0 0 0 0 0,1 0 0 0 0,-1 0 0 0 0,0-1 0 0 0,1 1 0 0 0,-1 0 0 0 0,0 0 0 0 0,1 0 0 0 0,-1 0 0 0 0,0 0 0 0 0,1 0 0 0 0,-1 0 0 0 0,0 0 0 0 0,1 0 0 0 0,-1 0 0 0 0,1 0 0 0 0,-1 0 0 0 0,0 0 0 0 0,1 0 0 0 0,-1 1 0 0 0,0-1 0 0 0,0 0 0 0 0,1 0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4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38 2223 0 0,'5'-18'0'0'0,"-4"18"0"0"0,-1-1 0 0 0,1 0 0 0 0,-1 0 0 0 0,1 1 0 0 0,-1-1 0 0 0,1 0 0 0 0,-1 0 0 0 0,0 0 0 0 0,0 0 0 0 0,1 0 0 0 0,-1 1 0 0 0,0-1 0 0 0,0 0 0 0 0,0 0 0 0 0,0 0 0 0 0,0 0 0 0 0,0 0 0 0 0,0 0 0 0 0,-1 0 0 0 0,1-1 0 0 0,-19 18 0 0 0,14-7 686 0 0,-1-1 0 0 0,-1 0 0 0 0,1 0 0 0 0,-11 9-1 0 0,12-13-418 0 0,5-4-171 0 0,12-21 210 0 0,-12 20-289 0 0,0 0 1 0 0,1 0-1 0 0,-1 0 1 0 0,1 0-1 0 0,0 0 0 0 0,-1 0 1 0 0,1 0-1 0 0,0 1 0 0 0,-1-1 1 0 0,1 0-1 0 0,0 0 1 0 0,0 1-1 0 0,0-1 0 0 0,0 1 1 0 0,0-1-1 0 0,0 1 1 0 0,-1-1-1 0 0,1 1 0 0 0,0-1 1 0 0,0 1-1 0 0,2-1 0 0 0,9 12 68 0 0,-11-10-86 0 0,-1 0 1 0 0,1-1 0 0 0,-1 1 0 0 0,1-1 0 0 0,-1 1-1 0 0,1-1 1 0 0,-1 1 0 0 0,0 0 0 0 0,1-1 0 0 0,-1 1 0 0 0,0 0-1 0 0,1 0 1 0 0,-1-1 0 0 0,0 1 0 0 0,0 0 0 0 0,0-1-1 0 0,0 1 1 0 0,0 0 0 0 0,0 0 0 0 0,0 0 0 0 0,0-1 0 0 0,0 2-1 0 0,-2 0 132 0 0,0 0-1 0 0,-1 0 1 0 0,1 0-1 0 0,-1 0 1 0 0,1-1-1 0 0,-1 1 1 0 0,0-1-1 0 0,1 0 1 0 0,-1 0-1 0 0,0 0 1 0 0,0 0-1 0 0,0 0 1 0 0,0-1-1 0 0,0 1 1 0 0,-5-1-1 0 0,7 0-109 0 0,0 0 0 0 0,0 0 0 0 0,0-1 0 0 0,0 1 0 0 0,0 0 0 0 0,0-1 0 0 0,0 1-1 0 0,0-1 1 0 0,0 1 0 0 0,0-1 0 0 0,1 0 0 0 0,-1 1 0 0 0,0-1 0 0 0,0 0 0 0 0,0 0-1 0 0,1 1 1 0 0,-1-1 0 0 0,0 0 0 0 0,1 0 0 0 0,-1 0 0 0 0,1 0 0 0 0,-1 0 0 0 0,1 0 0 0 0,0 0-1 0 0,-1 0 1 0 0,1 0 0 0 0,0 0 0 0 0,0 0 0 0 0,-1 0 0 0 0,1 0 0 0 0,0 0 0 0 0,0-1-1 0 0,0 1 1 0 0,0 0 0 0 0,1 0 0 0 0,-1 0 0 0 0,0 0 0 0 0,0 0 0 0 0,1 0 0 0 0,-1 0-1 0 0,0 0 1 0 0,1 0 0 0 0,-1 0 0 0 0,1 0 0 0 0,-1 0 0 0 0,1 0 0 0 0,0 0 0 0 0,-1 1 0 0 0,1-1-1 0 0,0 0 1 0 0,0 0 0 0 0,0 1 0 0 0,-1-1 0 0 0,1 0 0 0 0,0 1 0 0 0,0-1 0 0 0,0 1-1 0 0,2-2 1 0 0,0 2 43 0 0,-2-1-48 0 0,-1 1 0 0 0,1 0 0 0 0,0 0 0 0 0,0-1 0 0 0,0 1 0 0 0,0 0 0 0 0,0 0 0 0 0,0 0 0 0 0,0 0 0 0 0,-1 0 0 0 0,1 0 0 0 0,0 0 0 0 0,0 1 0 0 0,0-1 0 0 0,0 0-1 0 0,0 0 1 0 0,0 1 0 0 0,-1-1 0 0 0,1 0 0 0 0,0 1 0 0 0,0-1 0 0 0,0 1 0 0 0,-1-1 0 0 0,2 2 0 0 0,14 0-659 0 0,-12-2-1894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5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33 1967 0 0,'0'-1'7'0'0,"0"1"0"0"0,0 0 0 0 0,0 0 0 0 0,0 0-1 0 0,0-1 1 0 0,0 1 0 0 0,0 0 0 0 0,0 0-1 0 0,0 0 1 0 0,-1 0 0 0 0,1-1 0 0 0,0 1-1 0 0,0 0 1 0 0,0 0 0 0 0,0 0 0 0 0,0 0 0 0 0,0 0-1 0 0,0 0 1 0 0,-1-1 0 0 0,1 1 0 0 0,0 0-1 0 0,0 0 1 0 0,0 0 0 0 0,0 0 0 0 0,0 0-1 0 0,-1 0 1 0 0,1 0 0 0 0,0 0 0 0 0,0 0-1 0 0,0 0 1 0 0,0-1 0 0 0,-1 1 0 0 0,1 0 0 0 0,0 0-1 0 0,0 0 1 0 0,0 0 0 0 0,-1 0 0 0 0,1 0-1 0 0,0 0 1 0 0,0 0 0 0 0,0 1 0 0 0,0-1-1 0 0,-1 0 1 0 0,1 0 0 0 0,0 0 0 0 0,0 0 0 0 0,0 0-1 0 0,0 0 1 0 0,-1 0 0 0 0,-3 4 1010 0 0,6 3 499 0 0,-2-6-1488 0 0,0-1 0 0 0,-1 1 0 0 0,1 0 0 0 0,0 0 0 0 0,0 0 0 0 0,-1-1-1 0 0,1 1 1 0 0,0 0 0 0 0,-1 0 0 0 0,1-1 0 0 0,-1 1 0 0 0,1 0-1 0 0,-1-1 1 0 0,1 1 0 0 0,-1-1 0 0 0,0 1 0 0 0,1 0 0 0 0,-1-1 0 0 0,0 1-1 0 0,1-1 1 0 0,-1 0 0 0 0,0 1 0 0 0,0-1 0 0 0,-1 1 0 0 0,1-1 46 0 0,1 0 0 0 0,-1 0 0 0 0,0-1 0 0 0,0 1 0 0 0,0 0 0 0 0,0-1 0 0 0,0 1 0 0 0,1 0 0 0 0,-1-1 0 0 0,0 1 0 0 0,0-1 0 0 0,1 1-1 0 0,-1-1 1 0 0,0 1 0 0 0,1-1 0 0 0,-1 0 0 0 0,0 1 0 0 0,1-1 0 0 0,-1-1 0 0 0,-1-1 121 0 0,0 0-1 0 0,0 0 0 0 0,0 0 0 0 0,0 0 0 0 0,0-1 0 0 0,1 1 1 0 0,0-1-1 0 0,0 1 0 0 0,0-1 0 0 0,-1-6 0 0 0,2 10-194 0 0,1-1-1 0 0,-1 1 1 0 0,0 0-1 0 0,0 0 1 0 0,1 0-1 0 0,-1-1 1 0 0,0 1-1 0 0,1 0 1 0 0,-1 0-1 0 0,0 0 1 0 0,1 0-1 0 0,-1 0 1 0 0,0 0-1 0 0,1 0 1 0 0,-1 0-1 0 0,0 0 1 0 0,1 0-1 0 0,-1 0 1 0 0,0 0-1 0 0,1 0 1 0 0,-1 0-1 0 0,0 0 1 0 0,1 0-1 0 0,-1 0 1 0 0,0 0-1 0 0,0 0 1 0 0,1 0-1 0 0,-1 0 1 0 0,0 1 0 0 0,1-1-1 0 0,-1 0 1 0 0,0 0-1 0 0,0 0 1 0 0,1 1-1 0 0,10 4-56 0 0,12 10-2166 0 0,-20-13-336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2 455 0 0,'-10'-1'1938'0'0,"-7"0"3961"0"0,16 1-5798 0 0,1 0-1 0 0,0 1 0 0 0,-1-1 1 0 0,1 0-1 0 0,0 0 1 0 0,-1 0-1 0 0,1 0 1 0 0,0 1-1 0 0,0-1 1 0 0,-1 0-1 0 0,1 0 0 0 0,0 0 1 0 0,0 1-1 0 0,-1-1 1 0 0,1 0-1 0 0,0 0 1 0 0,0 1-1 0 0,0-1 1 0 0,-1 0-1 0 0,1 1 0 0 0,0-1 1 0 0,0 0-1 0 0,0 1 1 0 0,0-1-1 0 0,0 0 1 0 0,0 1-1 0 0,0-1 1 0 0,0 0-1 0 0,0 1 0 0 0,0-1 1 0 0,0 0-1 0 0,0 1 1 0 0,0-1-1 0 0,0 0 1 0 0,0 1-1 0 0,0-1 1 0 0,0 0-1 0 0,0 1 1 0 0,0-1-1 0 0,0 0 0 0 0,1 1 1 0 0,-1-1-1 0 0,7 20 482 0 0,-1 0-4670 0 0,-4-15 166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1207 0 0,'1'6'189'0'0,"0"1"-1"0"0,0-1 0 0 0,0 0 1 0 0,1 0-1 0 0,5 11 0 0 0,-1 0 50 0 0,-3-9-248 0 0,-1-1-44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6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1311 0 0,'2'17'0'0'0,"-2"-17"0"0"0,1 1 0 0 0,-1-1 0 0 0,0 0 0 0 0,0 0 0 0 0,0 0 0 0 0,0 1 0 0 0,0-1 0 0 0,0 0 0 0 0,0 1 0 0 0,0-1 0 0 0,0 0 0 0 0,0 0 0 0 0,0 1 0 0 0,0-1 0 0 0,0 0 0 0 0,0 0 0 0 0,0 1 0 0 0,0-1 0 0 0,0 0 0 0 0,0 0 0 0 0,0 1 0 0 0,0-1 0 0 0,-1 0 0 0 0,1 0 0 0 0,0 1 0 0 0,0-1 0 0 0,0 0 0 0 0,0 0 0 0 0,0 0 0 0 0,-1 1 0 0 0,1-1 0 0 0,0 0 0 0 0,0 0 0 0 0,0 0 0 0 0,-1 0 0 0 0,1 0 0 0 0,0 1 0 0 0,0-1 0 0 0,-1 0 0 0 0,1 0 0 0 0,0 0 0 0 0,0 0 0 0 0,-1 0 0 0 0,1 0 0 0 0,0 0 0 0 0,0 0 0 0 0,-1 0 0 0 0,1 0 0 0 0,0 0 0 0 0,0 0 0 0 0,-1 0 0 0 0,1 0 0 0 0,0 0 0 0 0,-1 0 0 0 0,-9 3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1215 0 0,'0'-2'0'0'0,"2"2"0"0"0,0 0 0 0 0,-1-1 0 0 0,1-1 0 0 0,2-4 0 0 0,2-1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3511 0 0,'0'-2'87'0'0,"-1"2"536"0"0,-3-1 2647 0 0,6 8-1154 0 0,12 15-5074 0 0,-12-18 92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1 455 0 0,'0'0'181'0'0,"-1"0"-1"0"0,1 1 0 0 0,-1-1 0 0 0,1 0 0 0 0,-1 1 0 0 0,1-1 0 0 0,0 0 0 0 0,-1 1 0 0 0,1-1 0 0 0,-1 1 1 0 0,1-1-1 0 0,0 0 0 0 0,-1 1 0 0 0,1-1 0 0 0,0 1 0 0 0,0-1 0 0 0,-1 1 0 0 0,1-1 0 0 0,0 1 0 0 0,0 0 1 0 0,2 13-577 0 0,15 15-2751 0 0,-14-24 3599 0 0,-3-5-451 0 0,0 1-1 0 0,0-1 1 0 0,0 0-1 0 0,0 0 0 0 0,1 0 1 0 0,-1 0-1 0 0,0 0 0 0 0,0 1 1 0 0,0-1-1 0 0,0 0 0 0 0,0 0 1 0 0,0 0-1 0 0,0 0 0 0 0,1 0 1 0 0,-1 1-1 0 0,0-1 0 0 0,0 0 1 0 0,0 0-1 0 0,0 0 1 0 0,0 0-1 0 0,1 0 0 0 0,-1 0 1 0 0,0 0-1 0 0,0 0 0 0 0,0 0 1 0 0,0 0-1 0 0,1 0 0 0 0,-1 0 1 0 0,0 0-1 0 0,0 0 0 0 0,0 0 1 0 0,1 0-1 0 0,-1 0 0 0 0,0 0 1 0 0,0 0-1 0 0,0 0 1 0 0,0 0-1 0 0,1 0 0 0 0,-1 0 1 0 0,3-1-4 0 0,-1 1 3 0 0</inkml:trace>
  <inkml:trace contextRef="#ctx0" brushRef="#br0" timeOffset="1">27 111 455 0 0,'-3'13'3427'0'0,"2"-11"-3309"0"0,1 0-1 0 0,-1 0 1 0 0,0 0 0 0 0,1 0-1 0 0,0 0 1 0 0,0 1-1 0 0,-1-1 1 0 0,1 0-1 0 0,0 0 1 0 0,1 3-1 0 0,0 4-206 0 0,4 16-1813 0 0,-5-24 1828 0 0,0 0-1 0 0,0-1 1 0 0,1 1 0 0 0,-1 0-1 0 0,0-1 1 0 0,0 1-1 0 0,1 0 1 0 0,-1-1-1 0 0,1 1 1 0 0,-1-1-1 0 0,0 1 1 0 0,1 0-1 0 0,-1-1 1 0 0,1 1-1 0 0,-1-1 1 0 0,1 1 0 0 0,0-1-1 0 0,-1 0 1 0 0,1 1-1 0 0,-1-1 1 0 0,1 0-1 0 0,0 1 1 0 0,-1-1-1 0 0,1 0 1 0 0,0 0-1 0 0,0 1 1 0 0,0-1-1 0 0,2 0 135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1655 0 0,'0'1'72'0'0,"2"3"-72"0"0,-1-2 96 0 0,1 0-96 0 0,0 0 0 0 0,0 0 0 0 0,0 0 0 0 0,2-1 0 0 0,-3-1 0 0 0,1 2 0 0 0,0 2 0 0 0,0-2 0 0 0,0 0 0 0 0,0 0-64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2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52 999 0 0,'0'34'6360'0'0,"-10"-13"-6264"0"0,4-15-20 0 0,3-14 262 0 0,4-4-279 0 0,1 1 0 0 0,0 0 1 0 0,1 0-1 0 0,0 0 0 0 0,1 0 1 0 0,0 1-1 0 0,9-18 0 0 0,-21 69 1309 0 0,8-40-1339 0 0,-1 0-1 0 0,1 0 1 0 0,0 0-1 0 0,-1 0 1 0 0,1 0-1 0 0,0 0 0 0 0,0 0 1 0 0,-1 0-1 0 0,1 0 1 0 0,0 0-1 0 0,0 0 1 0 0,0 0-1 0 0,0 0 1 0 0,1 0-1 0 0,-1 0 0 0 0,0 0 1 0 0,0 0-1 0 0,1 0 1 0 0,-1 0-1 0 0,0 0 1 0 0,1 0-1 0 0,-1 0 1 0 0,1 0-1 0 0,-1 0 0 0 0,1 0 1 0 0,1 1-1 0 0,0 0-1508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0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38 131 455 0 0,'-1'-3'390'0'0,"0"0"-1"0"0,1 0 1 0 0,-1 1-1 0 0,0-1 1 0 0,0 0-1 0 0,0 1 1 0 0,-1-1-1 0 0,-1-2 1 0 0,-5-12 1586 0 0,4 6-872 0 0,1 3 83 0 0,0 0-1 0 0,0-1 0 0 0,1 1 1 0 0,1-1-1 0 0,-2-9 0 0 0,7 77 2886 0 0,0-30-3755 0 0,1 0 1 0 0,2 0-1 0 0,10 31 1 0 0,-11-45-251 0 0,-1 0 1 0 0,-1 1 0 0 0,-1 0-1 0 0,4 31 1 0 0,-7-47-68 0 0,0 0 0 0 0,0 1 0 0 0,0-1 0 0 0,0 0 0 0 0,0 0 0 0 0,0 0 0 0 0,0 0 0 0 0,0 1 0 0 0,0-1 0 0 0,0 0 0 0 0,0 0 0 0 0,0 0 0 0 0,0 0 0 0 0,1 1 0 0 0,-1-1 0 0 0,0 0 0 0 0,0 0 0 0 0,0 0 0 0 0,0 0 0 0 0,0 0 0 0 0,0 1 0 0 0,1-1 0 0 0,-1 0 0 0 0,0 0 0 0 0,0 0 0 0 0,0 0 0 0 0,0 0 0 0 0,0 0 0 0 0,1 0 0 0 0,-1 0 0 0 0,0 0 0 0 0,0 0 0 0 0,0 0 0 0 0,1 0 0 0 0,-1 0 0 0 0,0 0 0 0 0,0 0 0 0 0,0 0 0 0 0,0 0 0 0 0,1 0 0 0 0,-1 0 0 0 0,0 0 0 0 0,0 0 0 0 0,0 0 0 0 0,0 0 0 0 0,1 0 0 0 0,-1 0 0 0 0,0 0 0 0 0,0 0 0 0 0,0 0 0 0 0,0-1 0 0 0,1 1 0 0 0,-1 0 0 0 0,0 0 0 0 0,0 0 0 0 0,0 0 0 0 0,0 0 0 0 0,0 0 0 0 0,0-1 0 0 0,0 1 0 0 0,1 0 0 0 0,-1 0 0 0 0,0 0 0 0 0,0 0 0 0 0,0-1 0 0 0,0 1 0 0 0,0 0 0 0 0,0 0 0 0 0,0-1 0 0 0,9-8 0 0 0,1-12 10 0 0,11-31 1 0 0,-16 39-6 0 0,0-1 1 0 0,0 2-1 0 0,1-1 0 0 0,0 1 1 0 0,1 0-1 0 0,1 0 1 0 0,13-16-1 0 0,-20 27-5 0 0,-1 1 0 0 0,1-1-1 0 0,0 1 1 0 0,-1-1 0 0 0,1 0-1 0 0,0 1 1 0 0,-1-1 0 0 0,1 1 0 0 0,0 0-1 0 0,0-1 1 0 0,-1 1 0 0 0,1 0-1 0 0,0-1 1 0 0,0 1 0 0 0,0 0 0 0 0,-1 0-1 0 0,1 0 1 0 0,0-1 0 0 0,0 1-1 0 0,0 0 1 0 0,0 0 0 0 0,0 0-1 0 0,-1 1 1 0 0,3-1 0 0 0,-2 1-1 0 0,1-1-1 0 0,-1 1 1 0 0,0 0 0 0 0,1 0-1 0 0,-1 0 1 0 0,0 0 0 0 0,0 0-1 0 0,0 0 1 0 0,0 0 0 0 0,0 1-1 0 0,0-1 1 0 0,2 2 0 0 0,2 7-8 0 0,1 1 0 0 0,-2-1 0 0 0,5 14 0 0 0,-3-9 5 0 0,1 3 4 0 0,1-1 0 0 0,1 1 0 0 0,1-1 0 0 0,0-1 0 0 0,1 0 0 0 0,1-1 0 0 0,1 0 0 0 0,0 0 0 0 0,0-2 0 0 0,23 18 0 0 0,-31-27 6 0 0,4 2-10 0 0,-1 0 1 0 0,1 0 0 0 0,13 5 0 0 0,-21-10 5 0 0,1-1 1 0 0,-1 1 0 0 0,0 0-1 0 0,1-1 1 0 0,-1 1-1 0 0,0-1 1 0 0,1 1 0 0 0,-1-1-1 0 0,1 0 1 0 0,-1 0 0 0 0,1 0-1 0 0,-1 0 1 0 0,1 0-1 0 0,-1 0 1 0 0,1 0 0 0 0,-1 0-1 0 0,1 0 1 0 0,-1-1-1 0 0,1 1 1 0 0,-1-1 0 0 0,1 1-1 0 0,-1-1 1 0 0,0 1-1 0 0,1-1 1 0 0,-1 0 0 0 0,0 0-1 0 0,0 1 1 0 0,1-1-1 0 0,-1 0 1 0 0,0 0 0 0 0,2-3-1 0 0,-1-1 145 0 0,0-1-1 0 0,-1 0 0 0 0,1 1 1 0 0,-1-1-1 0 0,0 0 0 0 0,-1 0 1 0 0,1 0-1 0 0,-1 0 0 0 0,0 0 1 0 0,-1 0-1 0 0,-1-10 0 0 0,0-2 214 0 0,-1-29 99 0 0,-10-54-1 0 0,9 79-472 0 0,-1 1 0 0 0,-1 0 1 0 0,-1 1-1 0 0,-18-37 0 0 0,23 53-276 0 0,0 1 0 0 0,0 0 0 0 0,0-1-1 0 0,-1 1 1 0 0,1 0 0 0 0,-1 1 0 0 0,0-1-1 0 0,-6-4 1 0 0,-3-1-7042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48 1439 0 0,'-2'0'66'0'0,"1"-3"290"0"0,0 0 1 0 0,0 0-1 0 0,0 0 1 0 0,0 1-1 0 0,0-1 0 0 0,0-1 1 0 0,0-3-1 0 0,0 0 935 0 0,1 6-963 0 0,0 0-1 0 0,-1 0 1 0 0,1 1 0 0 0,0-1-1 0 0,-1 0 1 0 0,1 0-1 0 0,-1 1 1 0 0,1-1-1 0 0,-1 0 1 0 0,1 1-1 0 0,-1-1 1 0 0,1 0-1 0 0,-1 1 1 0 0,0-1 0 0 0,1 1-1 0 0,-1-1 1 0 0,0 1-1 0 0,-4 1 3704 0 0,8 9-2518 0 0,42 74-324 0 0,-19-38 285 0 0,30 78-1 0 0,-52-109-1473 0 0,-4-13 0 0 0,0 0 0 0 0,0 0 0 0 0,0 0 0 0 0,1 0 0 0 0,-1 0 0 0 0,1 0 0 0 0,0-1 0 0 0,-1 1 0 0 0,1 0 0 0 0,0 0 0 0 0,0 0 0 0 0,0-1 0 0 0,2 4 0 0 0,-2-5-11 0 0,-1 0 0 0 0,0 0-1 0 0,1 0 1 0 0,-1 0 0 0 0,1 0-1 0 0,-1 0 1 0 0,0 0 0 0 0,1 0-1 0 0,-1 0 1 0 0,0-1 0 0 0,1 1-1 0 0,-1 0 1 0 0,0 0 0 0 0,1 0-1 0 0,-1 0 1 0 0,0-1 0 0 0,1 1-1 0 0,-1 0 1 0 0,0 0 0 0 0,0-1-1 0 0,1 1 1 0 0,-1 0 0 0 0,0 0-1 0 0,0-1 1 0 0,1 1 0 0 0,-1 0-1 0 0,0-1 1 0 0,0 1 0 0 0,0 0-1 0 0,0-1 1 0 0,1 1 0 0 0,-1-1-1 0 0,7-15-1385 0 0,-5 13 660 0 0,3-10-3917 0 0,1-3-1400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1919 0 0,'-84'68'8728'0'0,"-30"10"-3440"0"0,25-17-5520 0 0,74-49-316 0 0,2-2-3834 0 0,6-4-264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2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40 1303 0 0,'0'0'62'0'0,"-1"0"0"0"0,1 0-1 0 0,-1 0 1 0 0,1 0-1 0 0,-1 0 1 0 0,1-1-1 0 0,-1 1 1 0 0,1 0-1 0 0,-1 0 1 0 0,1-1 0 0 0,-1 1-1 0 0,1 0 1 0 0,-1 0-1 0 0,1-1 1 0 0,0 1-1 0 0,-1 0 1 0 0,1-1-1 0 0,-1 1 1 0 0,1-1-1 0 0,0 1 1 0 0,0 0 0 0 0,-1-1-1 0 0,1 1 1 0 0,0-1-1 0 0,0 1 1 0 0,-1-1-1 0 0,1 1 1 0 0,0-1-1 0 0,0 1 1 0 0,0-1 0 0 0,0 1-1 0 0,0-1 1 0 0,0 1-1 0 0,0-1 1 0 0,0 1-1 0 0,0-1 1 0 0,0 1-1 0 0,0-1 1 0 0,0 1-1 0 0,0-1 1 0 0,0 1 0 0 0,0-1-1 0 0,0 1 1 0 0,1-1-1 0 0,-1 1 1 0 0,0-1-1 0 0,1 0 218 0 0,-1-1-1 0 0,0 1 0 0 0,1 0 1 0 0,-1 0-1 0 0,1 0 0 0 0,0 0 1 0 0,-1 0-1 0 0,1 0 0 0 0,0 0 1 0 0,-1 0-1 0 0,1 0 0 0 0,0 0 0 0 0,0 0 1 0 0,0 0-1 0 0,0 1 0 0 0,0-1 1 0 0,0 0-1 0 0,0 1 0 0 0,0-1 1 0 0,0 0-1 0 0,3 0 0 0 0,9 0 565 0 0,0 1-1 0 0,0 0 0 0 0,0 1 1 0 0,0 0-1 0 0,23 6 0 0 0,15 2 368 0 0,89-5 1081 0 0,-100-5-2118 0 0,-25 4-578 0 0,-9 0-86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6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66 2311 0 0,'-2'0'0'0'0,"1"-1"0"0"0,0 1 0 0 0,0 0 0 0 0,0 0 0 0 0,0 0 0 0 0,1 0 0 0 0,-1 0 0 0 0,0 0 0 0 0,0 1 0 0 0,0-1 0 0 0,0 0 0 0 0,0 0 0 0 0,0 1 0 0 0,0-1 0 0 0,1 0 0 0 0,-1 1 0 0 0,0-1 0 0 0,0 1 0 0 0,0-1 0 0 0,1 1 0 0 0,-1-1 0 0 0,0 1 0 0 0,0 1 0 0 0,1-4-13 0 0,0 1-1 0 0,-1 0 1 0 0,1-1-1 0 0,0 1 0 0 0,-1 0 1 0 0,1 0-1 0 0,-1-1 0 0 0,1 1 1 0 0,-1 0-1 0 0,1 0 1 0 0,-1 0-1 0 0,0-1 0 0 0,0 1 1 0 0,0 0-1 0 0,-1-1 1 0 0,1 1 178 0 0,1 0-31 0 0,-1-1 0 0 0,0 1 0 0 0,0 0 0 0 0,0 0 0 0 0,1 0 0 0 0,-1 0 0 0 0,0 0 0 0 0,0 0 0 0 0,0 0 0 0 0,-1 0 0 0 0,1 1 0 0 0,0-1 0 0 0,0 0 0 0 0,0 0 0 0 0,-1 1 0 0 0,1-1 0 0 0,0 1 0 0 0,0 0 0 0 0,-1-1 0 0 0,1 1 0 0 0,-1 0 0 0 0,1-1 0 0 0,0 1 0 0 0,-1 0 0 0 0,1 0-1 0 0,0 0 1 0 0,-1 1 0 0 0,1-1 0 0 0,-1 0 0 0 0,1 0 0 0 0,0 1 0 0 0,-1-1 0 0 0,1 1 0 0 0,0-1 0 0 0,0 1 0 0 0,-1-1 0 0 0,-1 2 0 0 0,3-2-67 0 0,0 1 1 0 0,-1-1-1 0 0,1 0 0 0 0,0 0 0 0 0,-1 0 1 0 0,1 0-1 0 0,0 0 0 0 0,-1 0 0 0 0,1 0 0 0 0,0 0 1 0 0,-1 0-1 0 0,1 0 0 0 0,0 0 0 0 0,-1 0 1 0 0,1 0-1 0 0,0 0 0 0 0,-1 0 0 0 0,1 0 1 0 0,0 0-1 0 0,-1 0 0 0 0,1 0 0 0 0,0 0 1 0 0,-1-1-1 0 0,1 1 0 0 0,0 0 0 0 0,-1 0 1 0 0,1 0-1 0 0,0-1 0 0 0,0 1 0 0 0,-1 0 1 0 0,1 0-1 0 0,0-1 0 0 0,-1 1 0 0 0,-6-15 1630 0 0,7 14-1577 0 0,0-1 1 0 0,-1 1-1 0 0,1 0 1 0 0,0 0-1 0 0,-1 0 1 0 0,1 0-1 0 0,-1 0 0 0 0,1 0 1 0 0,-1 0-1 0 0,1 0 1 0 0,-1 0-1 0 0,0 0 1 0 0,0 0-1 0 0,1 1 1 0 0,-1-1-1 0 0,0 0 1 0 0,0 0-1 0 0,0 1 0 0 0,0-1 1 0 0,0 0-1 0 0,0 1 1 0 0,-2-1-1 0 0,14 3 448 0 0,-1 2-1 0 0,21 9 0 0 0,9 3 243 0 0,-19-8-549 0 0,0 0-1 0 0,0 2 0 0 0,-1 1 0 0 0,0 0 1 0 0,-1 1-1 0 0,0 1 0 0 0,-1 1 1 0 0,22 21-1 0 0,-33-28-79 0 0,-5-5-282 0 0,0 0 0 0 0,1 1 0 0 0,-1-1 0 0 0,0 0 0 0 0,0 1 0 0 0,0 0 0 0 0,-1-1 0 0 0,1 1 0 0 0,-1 0 0 0 0,1 0 0 0 0,1 5 0 0 0,-4-10 95 0 0,0-1 0 0 0,0 1 0 0 0,0 0-1 0 0,0 0 1 0 0,0-1 0 0 0,0 1 0 0 0,0 0 0 0 0,-1 0 0 0 0,1 0-1 0 0,-3-2 1 0 0,3 3 4 0 0,0 1 0 0 0,1 0 0 0 0,-1-1 0 0 0,0 1 0 0 0,0 0-1 0 0,0-1 1 0 0,0 1 0 0 0,0 0 0 0 0,0 0 0 0 0,0 0 0 0 0,0 0 0 0 0,0 0 0 0 0,0 0-1 0 0,0 0 1 0 0,0 0 0 0 0,0 0 0 0 0,0 1 0 0 0,0-1 0 0 0,0 0 0 0 0,0 0 0 0 0,0 1-1 0 0,0-1 1 0 0,1 1 0 0 0,-1-1 0 0 0,0 1 0 0 0,0-1 0 0 0,0 1 0 0 0,1 0 0 0 0,-1-1-1 0 0,0 1 1 0 0,-1 1 0 0 0,-130 115-167 0 0,87-77-903 0 0,27-22-3231 0 0,3-3-961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29 1791 0 0,'0'-2'0'0'0,"-1"2"90"0"0,1-1 0 0 0,0 0-1 0 0,0 0 1 0 0,0 0-1 0 0,0 1 1 0 0,0-1-1 0 0,0 0 1 0 0,0 0-1 0 0,0 0 1 0 0,0 0-1 0 0,0 1 1 0 0,1-1 0 0 0,-1 0-1 0 0,0 0 1 0 0,0 0-1 0 0,1 1 1 0 0,-1-1-1 0 0,1 0 1 0 0,-1 1-1 0 0,1-1 1 0 0,-1 0-1 0 0,1 1 1 0 0,-1-1 0 0 0,1 0-1 0 0,-1 1 1 0 0,1-1-1 0 0,0 1 1 0 0,-1-1-1 0 0,1 1 1 0 0,0-1-1 0 0,-1 1 1 0 0,1 0-1 0 0,5-4 4780 0 0,-6 4-4827 0 0,-1 0 1 0 0,1 0-1 0 0,0 0 0 0 0,-1 0 1 0 0,1 1-1 0 0,0-1 0 0 0,-1 0 1 0 0,1 0-1 0 0,0 0 1 0 0,0 0-1 0 0,-1 1 0 0 0,1-1 1 0 0,0 0-1 0 0,0 0 0 0 0,-1 1 1 0 0,1-1-1 0 0,0 0 1 0 0,0 1-1 0 0,0-1 0 0 0,0 0 1 0 0,0 0-1 0 0,-1 1 0 0 0,1-1 1 0 0,0 0-1 0 0,0 1 1 0 0,0-1-1 0 0,0 0 0 0 0,0 1 1 0 0,0-1-1 0 0,0 0 0 0 0,0 1 1 0 0,0-1-1 0 0,0 0 0 0 0,0 1 1 0 0,0-1-1 0 0,0 0 1 0 0,0 1-1 0 0,1-1 0 0 0,-2 13 129 0 0,0 0 0 0 0,-1 0 0 0 0,-1-1-1 0 0,0 1 1 0 0,0-1 0 0 0,-1 0 0 0 0,-1 0 0 0 0,0 0-1 0 0,-10 16 1 0 0,-9 12 32 0 0,-37 44-1 0 0,46-64-119 0 0,-5 4-66 0 0,13-16-5 0 0,0 1 0 0 0,0 0 0 0 0,-7 14-1 0 0,21-27-971 0 0,-1-1 80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9135 0 0,'-2'0'472'0'0,"2"2"-376"0"0,0-1-96 0 0,2 1 0 0 0,-2 2 0 0 0,2 0 552 0 0,2 5 96 0 0,1 8 24 0 0,5 3 0 0 0,-1 3-216 0 0,0 1-40 0 0,4-2 0 0 0,-2-1-8 0 0,2-3-504 0 0,0 1-104 0 0,0-3-24 0 0,-1 3-5168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454 203 2015 0 0,'-3'-8'411'0'0,"0"0"0"0"0,1 0 0 0 0,0 0 0 0 0,-2-16 0 0 0,3 15 287 0 0,-1 1 1 0 0,1-1-1 0 0,-2 1 1 0 0,1-1-1 0 0,-4-7 1 0 0,2 8-104 0 0,-1 0 1 0 0,1 1-1 0 0,-1-1 1 0 0,0 1-1 0 0,-1 0 0 0 0,0 1 1 0 0,0-1-1 0 0,-11-8 1 0 0,14 13-506 0 0,1 0 0 0 0,0 1 0 0 0,-1-1 0 0 0,1 1 1 0 0,-1 0-1 0 0,0 0 0 0 0,1 0 0 0 0,-1 0 0 0 0,0 0 1 0 0,0 1-1 0 0,1-1 0 0 0,-1 1 0 0 0,0-1 0 0 0,0 1 0 0 0,0 0 1 0 0,0 0-1 0 0,1 1 0 0 0,-1-1 0 0 0,0 0 0 0 0,0 1 0 0 0,0 0 1 0 0,1-1-1 0 0,-1 1 0 0 0,0 1 0 0 0,1-1 0 0 0,-1 0 1 0 0,1 0-1 0 0,-1 1 0 0 0,1 0 0 0 0,-4 2 0 0 0,-4 5-82 0 0,0 0 0 0 0,0 1 0 0 0,1 0-1 0 0,0 0 1 0 0,1 1 0 0 0,0 0 0 0 0,0 1-1 0 0,2-1 1 0 0,-1 2 0 0 0,-6 17 0 0 0,7-11 9 0 0,0 2 0 0 0,1-1 0 0 0,1 1 1 0 0,1-1-1 0 0,1 1 0 0 0,0 23 0 0 0,5 20 22 0 0,3 0-1 0 0,3 0 1 0 0,23 84-1 0 0,-19-93-38 0 0,9 38 0 0 0,13 111 0 0 0,-32-175 0 0 0,-2-1 0 0 0,0 1 0 0 0,-2 0 0 0 0,-1 0 0 0 0,-2 0 0 0 0,0-1 0 0 0,-2 1 0 0 0,-13 36 0 0 0,18-61-2 0 0,-1 0 0 0 0,1 1 0 0 0,-1-1 0 0 0,-1 0 0 0 0,1 0 0 0 0,-1 0 0 0 0,1 0 0 0 0,-1-1 0 0 0,0 1 0 0 0,0-1 0 0 0,-1 1 0 0 0,1-1 0 0 0,-1 0 0 0 0,0-1 0 0 0,1 1 0 0 0,-1-1 0 0 0,0 1 0 0 0,-1-1 0 0 0,1 0 0 0 0,-7 2 0 0 0,5-3-4 0 0,0 0-1 0 0,0-1 1 0 0,0 1-1 0 0,1-1 1 0 0,-1 0-1 0 0,0-1 1 0 0,0 1-1 0 0,0-1 1 0 0,1 0 0 0 0,-1-1-1 0 0,0 0 1 0 0,1 1-1 0 0,-1-2 1 0 0,1 1-1 0 0,0-1 1 0 0,-7-4-1 0 0,2 1-1558 0 0,0-1 0 0 0,-15-13-1 0 0,1-4-3570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3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29 112 1999 0 0,'-2'-1'558'0'0,"-1"0"0"0"0,1 0 0 0 0,-1-1-1 0 0,1 1 1 0 0,0-1 0 0 0,0 1 0 0 0,0-1-1 0 0,0 0 1 0 0,0 0 0 0 0,-3-3 0 0 0,5 4-465 0 0,0 1 0 0 0,-1 0 1 0 0,1-1-1 0 0,0 1 0 0 0,0 0 1 0 0,0-1-1 0 0,0 1 0 0 0,0-1 1 0 0,0 1-1 0 0,0 0 0 0 0,0-1 1 0 0,0 1-1 0 0,0 0 0 0 0,0-1 1 0 0,0 1-1 0 0,0-1 0 0 0,0 1 1 0 0,0 0-1 0 0,1-1 0 0 0,-1 1 1 0 0,0 0-1 0 0,0-1 0 0 0,0 1 1 0 0,0 0-1 0 0,1-1 0 0 0,-1 0 1 0 0,18-8 825 0 0,8 0-151 0 0,1 2 0 0 0,0 1 0 0 0,52-4 0 0 0,86 5 579 0 0,-43 2-411 0 0,-55 0-909 0 0,179-18-1488 0 0,-232 17-2355 0 0,-1 1-1216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4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17 455 0 0,'0'-2'56'0'0,"0"2"80"0"0,0-1-1 0 0,0 0 1 0 0,0 1-1 0 0,0-1 1 0 0,0 1-1 0 0,0-1 1 0 0,0 1-1 0 0,0-1 0 0 0,0 1 1 0 0,0-1-1 0 0,0 1 1 0 0,0-1-1 0 0,-1 1 1 0 0,1-1-1 0 0,0 1 0 0 0,0-1 1 0 0,0 1-1 0 0,-1-1 1 0 0,1 1-1 0 0,0-1 1 0 0,-1 1-1 0 0,1-1 1 0 0,0 1-1 0 0,-1 0 0 0 0,1-1 1 0 0,-1 1-1 0 0,1 0 1 0 0,-1-1-1 0 0,1 1 1 0 0,-1-1-1 0 0,0 1 110 0 0,0 0-1 0 0,-1 1 1 0 0,1-1-1 0 0,0 0 1 0 0,0 0-1 0 0,0 0 1 0 0,0 1-1 0 0,0-1 1 0 0,0 0-1 0 0,0 1 1 0 0,0-1-1 0 0,0 1 1 0 0,0-1-1 0 0,-1 2 1 0 0,-28 23 2736 0 0,30-24-3030 0 0,-10 10 448 0 0,0 0 0 0 0,1 1 0 0 0,1 0 1 0 0,0 0-1 0 0,1 1 0 0 0,0 0 0 0 0,1 0 0 0 0,1 1 0 0 0,0 0 0 0 0,0 0 0 0 0,2 0 1 0 0,0 1-1 0 0,0-1 0 0 0,0 17 0 0 0,2-14-441 0 0,1 0 0 0 0,0 1 0 0 0,1-1 1 0 0,1 1-1 0 0,1-1 0 0 0,0 0 0 0 0,1 0 0 0 0,1 0 1 0 0,1-1-1 0 0,0 0 0 0 0,15 26 0 0 0,-16-33 34 0 0,1-1-1 0 0,1 0 1 0 0,-1-1-1 0 0,1 1 0 0 0,0-1 1 0 0,1 0-1 0 0,0-1 1 0 0,0 0-1 0 0,1 0 1 0 0,-1-1-1 0 0,17 8 0 0 0,-10-7-544 0 0,1 0 0 0 0,-1 0 0 0 0,2-2-1 0 0,-1 0 1 0 0,0-1 0 0 0,24 2-1 0 0,-12-4-4226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4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79 3391 0 0,'-1'0'62'0'0,"0"-1"0"0"0,0 1 0 0 0,0 0 0 0 0,0 0 0 0 0,0 0 1 0 0,0-1-1 0 0,0 1 0 0 0,0 0 0 0 0,0-1 0 0 0,1 1 0 0 0,-1-1 0 0 0,0 1 0 0 0,0-1 0 0 0,0 1 0 0 0,0-1 0 0 0,1 0 0 0 0,-1 1 0 0 0,0-1 0 0 0,1 0 0 0 0,-1 0 0 0 0,0 1 0 0 0,1-1 0 0 0,-1 0 0 0 0,1 0 0 0 0,-1 0 0 0 0,1 0 0 0 0,0 0 0 0 0,-1 0 0 0 0,1 0 0 0 0,0 0 0 0 0,-1-1 0 0 0,-5-13 968 0 0,-3-3 939 0 0,9 17-1754 0 0,0 0 0 0 0,0 0 0 0 0,-1 0-1 0 0,1-1 1 0 0,0 1 0 0 0,-1 0 0 0 0,1 0-1 0 0,-1 0 1 0 0,1 0 0 0 0,-1 0 0 0 0,0 0-1 0 0,1 0 1 0 0,-1 0 0 0 0,0 0 0 0 0,0 0-1 0 0,1 1 1 0 0,-1-1 0 0 0,0 0 0 0 0,0 0-1 0 0,0 1 1 0 0,0-1 0 0 0,0 0 0 0 0,0 1-1 0 0,0-1 1 0 0,-1 1 0 0 0,1 0 0 0 0,0-1-1 0 0,0 1 1 0 0,0 0 0 0 0,-2-1 736 0 0,3 2-806 0 0,9 19 193 0 0,-3-10-217 0 0,-3 0-80 0 0,-1 0 0 0 0,0 1 0 0 0,-1 0 0 0 0,0-1 1 0 0,-1 1-1 0 0,0 0 0 0 0,0 0 0 0 0,-4 14 1 0 0,2 0 53 0 0,2-13-70 0 0,-1 0 0 0 0,2 1 0 0 0,0-1-1 0 0,3 15 1 0 0,-3-23-18 0 0,0 1 0 0 0,0-1-1 0 0,0 1 1 0 0,1-1 0 0 0,-1 0-1 0 0,1 0 1 0 0,1 0 0 0 0,-1 0-1 0 0,0 0 1 0 0,1 0 0 0 0,0 0-1 0 0,0-1 1 0 0,0 1 0 0 0,6 4-1 0 0,-8-7-5 0 0,1 1 0 0 0,0-1 0 0 0,0 0 0 0 0,0 0 0 0 0,-1 0 0 0 0,1 0 0 0 0,0 0 0 0 0,0 0-1 0 0,0-1 1 0 0,0 1 0 0 0,1-1 0 0 0,-1 1 0 0 0,0-1 0 0 0,0 0 0 0 0,0 0 0 0 0,0 0 0 0 0,0 0 0 0 0,0 0-1 0 0,1 0 1 0 0,-1-1 0 0 0,3 0 0 0 0,-2 0 2 0 0,-1-1 1 0 0,1 1-1 0 0,-1-1 0 0 0,1 0 0 0 0,-1 0 0 0 0,1 0 0 0 0,-1 0 0 0 0,0 0 1 0 0,0 0-1 0 0,0-1 0 0 0,0 1 0 0 0,-1-1 0 0 0,3-3 0 0 0,1-4 5 0 0,0-1 0 0 0,-1 1 0 0 0,0-1 0 0 0,-1 0 0 0 0,0 0 0 0 0,-1-1 0 0 0,1-11 0 0 0,-4 4-15 0 0,0-15 22 0 0,1 33-25 0 0,0 0 1 0 0,0 0 0 0 0,0 0 0 0 0,1 0-1 0 0,-1-1 1 0 0,0 1 0 0 0,0 0 0 0 0,1 0-1 0 0,-1 0 1 0 0,1 0 0 0 0,-1 0 0 0 0,1 0-1 0 0,-1 0 1 0 0,1 0 0 0 0,0 0 0 0 0,-1 0 0 0 0,1 0-1 0 0,0 0 1 0 0,0 1 0 0 0,2-2 0 0 0,-3 1-1 0 0,1 1 0 0 0,0 0 0 0 0,0 0 1 0 0,-1 1-1 0 0,1-1 0 0 0,0 0 0 0 0,0 0 0 0 0,-1 0 1 0 0,1 0-1 0 0,0 1 0 0 0,0-1 0 0 0,-1 0 1 0 0,1 1-1 0 0,0-1 0 0 0,-1 1 0 0 0,1-1 0 0 0,-1 1 1 0 0,1-1-1 0 0,0 1 0 0 0,-1-1 0 0 0,1 1 1 0 0,-1-1-1 0 0,1 1 0 0 0,-1 0 0 0 0,0-1 1 0 0,1 1-1 0 0,-1 0 0 0 0,1-1 0 0 0,-1 1 0 0 0,0 0 1 0 0,1 1-1 0 0,9 24-251 0 0,4 44 261 0 0,1 8 0 0 0,-12-69 0 0 0,-1-1 0 0 0,1 0 0 0 0,1 0 0 0 0,0 0 0 0 0,0 0 0 0 0,9 12 0 0 0,-12-18 1 0 0,1 0 0 0 0,-1 0 0 0 0,0-1 0 0 0,1 1 0 0 0,0 0 0 0 0,-1-1 0 0 0,1 0 1 0 0,0 1-1 0 0,0-1 0 0 0,-1 0 0 0 0,1 0 0 0 0,0 0 0 0 0,0 0 0 0 0,0 0 0 0 0,1-1 0 0 0,-1 1 0 0 0,0-1 0 0 0,0 1 0 0 0,0-1 0 0 0,3 1 0 0 0,-2-2 3 0 0,0 1 0 0 0,0-1 0 0 0,0 0-1 0 0,0 1 1 0 0,0-1 0 0 0,0 0 0 0 0,0-1 0 0 0,-1 1 0 0 0,1-1 0 0 0,0 1 0 0 0,-1-1-1 0 0,5-3 1 0 0,2-4 12 0 0,0 0 0 0 0,-1 0 0 0 0,0-1 0 0 0,-1 1 0 0 0,13-23 0 0 0,-16 24 36 0 0,1 0-1 0 0,-2-1 1 0 0,1 1-1 0 0,-1-1 1 0 0,0 0-1 0 0,-1 0 1 0 0,0 0-1 0 0,1-17 1 0 0,-3 21-33 0 0,0 1 1 0 0,0 0 0 0 0,-1 0-1 0 0,1 0 1 0 0,-1 0 0 0 0,0 0-1 0 0,0 0 1 0 0,0 0 0 0 0,-1 0-1 0 0,0 0 1 0 0,1 0 0 0 0,-1 0-1 0 0,-1 1 1 0 0,1-1 0 0 0,0 1-1 0 0,-1 0 1 0 0,0-1 0 0 0,1 1-1 0 0,-1 0 1 0 0,-1 1 0 0 0,-4-5-1 0 0,-46-22-1083 0 0,46 22 168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15:56:4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54 2743 0 0,'-3'-7'263'0'0,"0"3"700"0"0,0-2-1 0 0,1 1 1 0 0,0 0 0 0 0,0 0-1 0 0,0-1 1 0 0,-1-6 0 0 0,3 11-893 0 0,1 1 1 0 0,-1 0-1 0 0,0 0 0 0 0,1-1 1 0 0,-1 1-1 0 0,0 0 1 0 0,1 0-1 0 0,-1-1 1 0 0,0 1-1 0 0,1 0 0 0 0,-1 0 1 0 0,1 0-1 0 0,-1 0 1 0 0,0 0-1 0 0,1 0 1 0 0,-1-1-1 0 0,1 1 0 0 0,-1 0 1 0 0,1 0-1 0 0,-1 0 1 0 0,0 0-1 0 0,1 1 1 0 0,-1-1-1 0 0,1 0 0 0 0,-1 0 1 0 0,0 0-1 0 0,1 0 1 0 0,-1 0-1 0 0,1 0 1 0 0,-1 1-1 0 0,0-1 0 0 0,1 0 1 0 0,-1 0-1 0 0,0 1 1 0 0,1-1-1 0 0,-1 0 1 0 0,21 10 584 0 0,-20-10-536 0 0,7 5 125 0 0,-1 0 0 0 0,0 0 1 0 0,0 0-1 0 0,0 1 0 0 0,-1 0 1 0 0,1 1-1 0 0,7 10 1 0 0,-4-4-91 0 0,-1 0-1 0 0,0 1 1 0 0,8 18 0 0 0,-10-17-153 0 0,-2 1 0 0 0,0 0-1 0 0,-1 0 1 0 0,0 0 0 0 0,-2 1 0 0 0,0-1-1 0 0,0 1 1 0 0,-2 24 0 0 0,-4 16-109 0 0,-11 61 0 0 0,13-107 101 0 0,-4 29 75 0 0,-2 1 0 0 0,-17 49-1 0 0,18-73-354 0 0,1-1 1 0 0,-2 0-1 0 0,-18 28 0 0 0,18-33-624 0 0,0 0 1 0 0,-1 0-1 0 0,-11 10 1 0 0,6-8-3776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1.3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0,'7024'0'0'0,"-6922"0"0"0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5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96 252 999 0 0,'-1'0'344'0'0,"1"-2"443"0"0,0-2-1 0 0,0 1 0 0 0,0 1 1 0 0,1-1-1 0 0,-1-1 0 0 0,3-3 0 0 0,-3 7-722 0 0,0 0-1 0 0,0 0 1 0 0,0 0 0 0 0,0 0-1 0 0,0-1 1 0 0,0 1-1 0 0,0 0 1 0 0,0 0-1 0 0,0 0 1 0 0,0-1-1 0 0,0 1 1 0 0,0 0-1 0 0,0 0 1 0 0,0 0-1 0 0,0 0 1 0 0,0-1 0 0 0,0 1-1 0 0,0 0 1 0 0,1 0-1 0 0,-1 0 1 0 0,0 0-1 0 0,0 0 1 0 0,0 0-1 0 0,0 0 1 0 0,1-1-1 0 0,-1 1 1 0 0,0 0-1 0 0,0 0 1 0 0,0 0-1 0 0,1 0 1 0 0,-1 0 0 0 0,0 0-1 0 0,0 0 1 0 0,0 0-1 0 0,1 0 1 0 0,-1 0-1 0 0,0 0 1 0 0,0 0-1 0 0,0 0 1 0 0,1 0-1 0 0,-1 0 1 0 0,0 0-1 0 0,0 0 1 0 0,0 0 0 0 0,0 0-1 0 0,1 1 1 0 0,-1-1-1 0 0,0 0 1 0 0,0 0-1 0 0,0 0 1 0 0,0 0-1 0 0,0 0 1 0 0,0 0-1 0 0,0 1 1 0 0,0-1 31 0 0,0 1 0 0 0,0-1 1 0 0,0 1-1 0 0,0-1 0 0 0,0 0 0 0 0,0 0 0 0 0,0 0 1 0 0,0 1-1 0 0,-1-1 0 0 0,1 1 0 0 0,0-1 1 0 0,0 1-1 0 0,-1-1 0 0 0,1 0 0 0 0,0 1 1 0 0,-1-1-1 0 0,1 0 0 0 0,-1 0 0 0 0,1 1 0 0 0,0-1 1 0 0,-1 0-1 0 0,1 0 0 0 0,-1 1 0 0 0,1-1 1 0 0,0 0-1 0 0,0 0 0 0 0,-1 0 0 0 0,1 0 0 0 0,-1 0 1 0 0,0 0-1 0 0,-2 1 91 0 0,1-1 0 0 0,-1 1 1 0 0,1 0-1 0 0,-2-1 0 0 0,2 0 1 0 0,-1 1-1 0 0,0-1 0 0 0,0-1 0 0 0,0 1 1 0 0,1 0-1 0 0,-1-1 0 0 0,1 1 0 0 0,-2-1 1 0 0,1 1-1 0 0,1-1 0 0 0,-1-1 0 0 0,1 1 1 0 0,-4-2-1 0 0,3 1-119 0 0,0-1-1 0 0,1 0 1 0 0,-2 1 0 0 0,3-1 0 0 0,-2 0 0 0 0,0 0-1 0 0,2 0 1 0 0,-2 0 0 0 0,1 0 0 0 0,1 0 0 0 0,-1-1-1 0 0,-1-5 1 0 0,1 2-82 0 0,-1 1-1 0 0,2-1 0 0 0,0 0 1 0 0,0 1-1 0 0,0-2 1 0 0,0 1-1 0 0,1 0 0 0 0,0 0 1 0 0,1 0-1 0 0,0 0 1 0 0,0 1-1 0 0,-1-1 0 0 0,2 0 1 0 0,4-11-1 0 0,-4 14 36 0 0,0-1 0 0 0,0 2 1 0 0,1-2-1 0 0,-1 1 0 0 0,1 0 0 0 0,0 1 0 0 0,-1-1 0 0 0,2 1 0 0 0,-1-1 0 0 0,1 1 0 0 0,-1 0 0 0 0,1 0 1 0 0,0 1-1 0 0,-1-1 0 0 0,2 0 0 0 0,-1 2 0 0 0,-1-2 0 0 0,2 1 0 0 0,-1 1 0 0 0,1-1 0 0 0,0 2 1 0 0,-1-1-1 0 0,0 0 0 0 0,1 0 0 0 0,0 1 0 0 0,-1-1 0 0 0,1 1 0 0 0,0 1 0 0 0,-1-1 0 0 0,1 1 0 0 0,-1 0 1 0 0,1 0-1 0 0,-1 0 0 0 0,0 0 0 0 0,1 1 0 0 0,-1 0 0 0 0,6 3 0 0 0,4 2 115 0 0,-1-1 0 0 0,-1 2 0 0 0,1 0 0 0 0,-1 1 0 0 0,13 12 0 0 0,-23-19-109 0 0,0 0-1 0 0,0 0 1 0 0,-1-1-1 0 0,1 2 1 0 0,0-1-1 0 0,0 0 0 0 0,-1 0 1 0 0,0 1-1 0 0,0-1 1 0 0,1 0-1 0 0,-1 1 1 0 0,-1 0-1 0 0,1-2 1 0 0,0 2-1 0 0,-1 0 1 0 0,1-1-1 0 0,-1 1 0 0 0,1 0 1 0 0,-1-1-1 0 0,0 1 1 0 0,0 0-1 0 0,0-1 1 0 0,-1 1-1 0 0,1 0 1 0 0,-1-1-1 0 0,0 1 1 0 0,0 0-1 0 0,1-1 1 0 0,-1 1-1 0 0,0 0 0 0 0,0-2 1 0 0,-1 2-1 0 0,1-1 1 0 0,0 0-1 0 0,-1 0 1 0 0,-3 4-1 0 0,-5 4 63 0 0,1-1 0 0 0,-2 0 0 0 0,0-1 0 0 0,1 0 0 0 0,-1-1 0 0 0,-2-1 0 0 0,2 0 0 0 0,-1 0 0 0 0,-1-1 0 0 0,1 0 0 0 0,-1-1 0 0 0,-15 2 0 0 0,25-5-160 0 0,0 0-1 0 0,0-1 1 0 0,0 0-1 0 0,0 0 1 0 0,-1 0-1 0 0,2 0 1 0 0,-2-1-1 0 0,1 0 1 0 0,0 1-1 0 0,0-1 1 0 0,0 0 0 0 0,1-1-1 0 0,-2 1 1 0 0,2 1-1 0 0,-1-2 1 0 0,0 0-1 0 0,0 0 1 0 0,1 0-1 0 0,0 1 1 0 0,-1-1-1 0 0,0-1 1 0 0,2 1-1 0 0,-2 0 1 0 0,1-1-1 0 0,1 1 1 0 0,-2-1-1 0 0,2 0 1 0 0,-1 1 0 0 0,1-1-1 0 0,-1 0 1 0 0,1 0-1 0 0,0 0 1 0 0,0-4-1 0 0,-4-14-6679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6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172 243 1999 0 0,'0'1'307'0'0,"1"1"0"0"0,-1 0 0 0 0,0-1-1 0 0,0 1 1 0 0,0-1 0 0 0,-1 1 0 0 0,1 0 0 0 0,0 0-1 0 0,-1-2 1 0 0,1 2 0 0 0,-1 0 0 0 0,1 0-1 0 0,-1-1 1 0 0,1 0 0 0 0,-1 1 0 0 0,0-1-1 0 0,0 1 1 0 0,0-1 0 0 0,0 1 0 0 0,0-2-1 0 0,1 2 1 0 0,-2-1 0 0 0,1 0 0 0 0,-1 0-1 0 0,1 0 1 0 0,0 0 0 0 0,0 0 0 0 0,-1-1-1 0 0,1 1 1 0 0,-1 0 0 0 0,1-1 0 0 0,-1 1-1 0 0,1 0 1 0 0,-1-1 0 0 0,1 0 0 0 0,-1 1-1 0 0,0-1 1 0 0,1 0 0 0 0,0 0 0 0 0,-1 0-1 0 0,0 0 1 0 0,-1 0 0 0 0,-3-1 242 0 0,2 1 0 0 0,-1-1 0 0 0,1 0 0 0 0,-2 0 0 0 0,2 0 0 0 0,0 0 0 0 0,-9-6 0 0 0,7 5-751 0 0,0-2-1 0 0,0 1 1 0 0,0-1 0 0 0,0 0 0 0 0,1 0-1 0 0,0-1 1 0 0,0 0 0 0 0,0 1 0 0 0,0-1-1 0 0,1-1 1 0 0,0 0 0 0 0,0 1 0 0 0,1-1-1 0 0,-1 0 1 0 0,-3-8 0 0 0,7 11 170 0 0,-1 0 0 0 0,1 0 1 0 0,-1 0-1 0 0,1 0 0 0 0,-1 0 0 0 0,1 0 1 0 0,0 0-1 0 0,1 0 0 0 0,-1 0 1 0 0,0 0-1 0 0,1 0 0 0 0,0 0 0 0 0,-1 0 1 0 0,2-3-1 0 0,1 0-1 0 0,-1 1 0 0 0,1 0 0 0 0,0-1-1 0 0,0 2 1 0 0,0-1 0 0 0,1 1 0 0 0,5-5 0 0 0,2-1-2 0 0,0-1 1 0 0,1 2-1 0 0,1-1 0 0 0,23-12 0 0 0,-22 15 35 0 0,0 0 0 0 0,1 1 0 0 0,15-5 0 0 0,-26 10 0 0 0,0 1 0 0 0,0-2 0 0 0,0 2 0 0 0,1-1 0 0 0,-1 0 0 0 0,0 1 0 0 0,1 0 0 0 0,-1 0 0 0 0,0 0 0 0 0,0 1 0 0 0,0 0 0 0 0,1 0 0 0 0,-1 0 0 0 0,0 0 0 0 0,0 0 0 0 0,4 3 0 0 0,-6-2 11 0 0,1-2-1 0 0,-2 2 0 0 0,1 0 1 0 0,0 0-1 0 0,0-1 1 0 0,-1 1-1 0 0,1 0 0 0 0,0 0 1 0 0,-1 0-1 0 0,0 0 1 0 0,0 0-1 0 0,0 1 0 0 0,1-2 1 0 0,-1 2-1 0 0,0 3 1 0 0,0 0 47 0 0,0-2 1 0 0,0 0 0 0 0,-1 2 0 0 0,1-2 0 0 0,-1 1 0 0 0,0 0-1 0 0,-2 9 1 0 0,0-7 220 0 0,1 0 0 0 0,-1 0 0 0 0,0-1 0 0 0,0 2-1 0 0,-1-1 1 0 0,0-1 0 0 0,-1 0 0 0 0,1 0 0 0 0,-1 0-1 0 0,-8 10 1 0 0,8-11-183 0 0,0-3-1 0 0,0 2 1 0 0,0-1 0 0 0,0 0-1 0 0,0 0 1 0 0,-1-1 0 0 0,-5 4-1 0 0,8-5-236 0 0,-1 0 0 0 0,-1-1 0 0 0,2 1 0 0 0,-1-1 0 0 0,0 1 0 0 0,0-1 0 0 0,-4 0 0 0 0,-11-3-4169 0 0,10-3-1897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8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169 224 1999 0 0,'0'2'374'0'0,"-1"-1"0"0"0,1 2-1 0 0,-1-1 1 0 0,0 0-1 0 0,0-1 1 0 0,1 1-1 0 0,-1 0 1 0 0,0 0-1 0 0,0-1 1 0 0,0 1 0 0 0,0-1-1 0 0,-1 1 1 0 0,1 0-1 0 0,0-1 1 0 0,-1 0-1 0 0,1 0 1 0 0,-1 1-1 0 0,-2 1 1 0 0,-31 17 1534 0 0,31-19-1822 0 0,2 0 0 0 0,-2 0 1 0 0,2 0-1 0 0,-1-1 0 0 0,0 0 1 0 0,0 0-1 0 0,-1 0 0 0 0,2 0 0 0 0,-2 0 1 0 0,2 0-1 0 0,-2 0 0 0 0,2-1 1 0 0,-2 1-1 0 0,2-1 0 0 0,-1 0 1 0 0,0-1-1 0 0,0 1 0 0 0,0 0 1 0 0,1 0-1 0 0,-1-1 0 0 0,1 0 0 0 0,-1 0 1 0 0,0 0-1 0 0,2 1 0 0 0,-2-2 1 0 0,1 1-1 0 0,0 0 0 0 0,0 0 1 0 0,-3-6-1 0 0,2 4 48 0 0,0 0-1 0 0,0-1 1 0 0,1 1-1 0 0,-1-1 1 0 0,1 0 0 0 0,0 0-1 0 0,0 1 1 0 0,0-2 0 0 0,1 1-1 0 0,0 1 1 0 0,0-2-1 0 0,0 1 1 0 0,1 0 0 0 0,0-1-1 0 0,0 1 1 0 0,0 0 0 0 0,1-6-1 0 0,1 2-159 0 0,2 0 0 0 0,-1 1 0 0 0,1 0 0 0 0,0 0 0 0 0,1 0 0 0 0,0 1 0 0 0,0-1 0 0 0,1 1 0 0 0,0-1 0 0 0,0 1 0 0 0,10-8 0 0 0,-10 10 2 0 0,1 0 0 0 0,-1-1 0 0 0,1 2 0 0 0,-1 0 0 0 0,1-1 0 0 0,0 2 0 0 0,1-1 0 0 0,0 1 0 0 0,0 0 0 0 0,-1 0 0 0 0,1 1 0 0 0,15-2 0 0 0,-18 4 23 0 0,0 1-1 0 0,0 0 0 0 0,0 0 0 0 0,0 0 0 0 0,0-1 1 0 0,0 2-1 0 0,-1 0 0 0 0,2 0 0 0 0,-2 0 1 0 0,0 0-1 0 0,1 1 0 0 0,-1-1 0 0 0,0 2 1 0 0,1-1-1 0 0,-2 0 0 0 0,0 1 0 0 0,2-1 1 0 0,2 6-1 0 0,-2-4 20 0 0,-1 2 0 0 0,1-1 1 0 0,-1 0-1 0 0,0 1 0 0 0,0-1 0 0 0,-1 1 0 0 0,0 0 1 0 0,-1 1-1 0 0,1-1 0 0 0,-1 1 0 0 0,2 13 1 0 0,-4-18 39 0 0,-1 1 0 0 0,1 0 0 0 0,-1 0 0 0 0,0 0 0 0 0,0 0 0 0 0,1-1 0 0 0,-2 1 0 0 0,1-1 0 0 0,-1 1 0 0 0,1 0 0 0 0,-1-1 0 0 0,-1 1 0 0 0,1-1 0 0 0,0 0 0 0 0,-1 0 0 0 0,1 0 0 0 0,-1 0 0 0 0,1-1 0 0 0,-1 1 0 0 0,-6 3 0 0 0,-4 4 182 0 0,0-1 1 0 0,0-1-1 0 0,-26 11 1 0 0,25-12 372 0 0,-32 8 1 0 0,42-13-987 0 0,-2-1 0 0 0,1 0 0 0 0,1 0 1 0 0,-1 0-1 0 0,0-1 0 0 0,-1 0 0 0 0,2 0 1 0 0,-1 0-1 0 0,0-1 0 0 0,-9-2 0 0 0,5-1-5199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09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82 264 2503 0 0,'-1'0'52'0'0,"1"0"-1"0"0,0 1 0 0 0,0-1 0 0 0,0 0 0 0 0,0 0 1 0 0,0 0-1 0 0,0 0 0 0 0,0 0 0 0 0,0 0 0 0 0,0 0 0 0 0,0 0 1 0 0,-1 1-1 0 0,1-1 0 0 0,0 0 0 0 0,0 0 0 0 0,0 1 0 0 0,0-1 1 0 0,0 0-1 0 0,0 0 0 0 0,0 1 0 0 0,0-1 0 0 0,0 0 0 0 0,0 0 1 0 0,0 1-1 0 0,0-1 0 0 0,0 0 0 0 0,0 0 0 0 0,0 1 0 0 0,0-1 1 0 0,0 0-1 0 0,0 0 0 0 0,0 1 0 0 0,0-1 0 0 0,1 0 1 0 0,-1 0-1 0 0,7 5 834 0 0,14-4-77 0 0,-12-6 847 0 0,-11 2 689 0 0,-20 0 2510 0 0,0 1-3029 0 0,18 0-1759 0 0,1 0 0 0 0,0 0 1 0 0,-1 1-1 0 0,1-1 0 0 0,0-1 1 0 0,0 1-1 0 0,1-1 0 0 0,-1 0 1 0 0,0 1-1 0 0,1-1 0 0 0,-1 0 1 0 0,1 0-1 0 0,0-1 0 0 0,0 2 1 0 0,1-2-1 0 0,-1 0 0 0 0,0 1 1 0 0,0-1-1 0 0,2 1 0 0 0,-1-2 1 0 0,0 2-1 0 0,0-1 0 0 0,0 1 1 0 0,1-2-1 0 0,-1-3 0 0 0,2 1-5 0 0,-1 1 0 0 0,1 0 0 0 0,0 0 0 0 0,0 0 0 0 0,0-1 0 0 0,1 1 0 0 0,0 0 0 0 0,1 1 0 0 0,-1-2 0 0 0,1 2 1 0 0,-1 0-1 0 0,2 0 0 0 0,-1-1 0 0 0,8-8 0 0 0,0 3-59 0 0,-1 1 1 0 0,1-1 0 0 0,15-8 0 0 0,-19 14-3 0 0,-1 1 0 0 0,1-1 0 0 0,0 2 0 0 0,0-1 0 0 0,1 2-1 0 0,-1-1 1 0 0,14-3 0 0 0,-20 6 3 0 0,0 0-1 0 0,0 0 0 0 0,1-1 1 0 0,-1 1-1 0 0,-1 0 1 0 0,2 1-1 0 0,-1-1 0 0 0,0 0 1 0 0,1 0-1 0 0,-1 1 0 0 0,-1-1 1 0 0,1 0-1 0 0,1 1 1 0 0,-1-1-1 0 0,0 1 0 0 0,0-1 1 0 0,-1 0-1 0 0,1 1 1 0 0,1 0-1 0 0,0 1 0 0 0,-1 0 12 0 0,1 0-1 0 0,-1 0 0 0 0,1 0 0 0 0,-1 0 0 0 0,0 0 1 0 0,-1 0-1 0 0,1 0 0 0 0,0 1 0 0 0,0-2 1 0 0,0 5-1 0 0,1 5 55 0 0,-1 1 1 0 0,0-1-1 0 0,0 18 0 0 0,-2-20-57 0 0,1 11 43 0 0,-1-2 0 0 0,0 1 0 0 0,-9 36 0 0 0,9-49-46 0 0,-1 0 1 0 0,1-1-1 0 0,-2 2 1 0 0,1-2-1 0 0,0 0 1 0 0,-2 1-1 0 0,2 0 1 0 0,-2-1-1 0 0,1-1 1 0 0,-1 2-1 0 0,0-2 1 0 0,1 1-1 0 0,-2-1 1 0 0,0 0-1 0 0,1 0 1 0 0,-6 4-1 0 0,7-7 17 0 0,-1 1 1 0 0,0-1-1 0 0,1 0 0 0 0,-2 0 1 0 0,2 0-1 0 0,-2 0 0 0 0,2 0 0 0 0,-1-1 1 0 0,0 0-1 0 0,0 0 0 0 0,0 0 0 0 0,0-1 1 0 0,1 1-1 0 0,-2-1 0 0 0,2 0 0 0 0,-1 0 1 0 0,0-1-1 0 0,1 2 0 0 0,-7-5 1 0 0,4 2-232 0 0,0 0 0 0 0,1-1 0 0 0,0 1 0 0 0,-10-9 0 0 0,11 9-586 0 0,0-1 1 0 0,1 0 0 0 0,0 0 0 0 0,0 0 0 0 0,0 0 0 0 0,-3-5 0 0 0,0-6-5299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10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144 134 3007 0 0,'14'14'2040'0'0,"-10"-12"-1737"0"0,-1 1 0 0 0,1 1 0 0 0,-1-2 0 0 0,0 2-1 0 0,0-1 1 0 0,0 1 0 0 0,2 4 0 0 0,-5-7-198 0 0,1 0 1 0 0,-1 0-1 0 0,0-1 0 0 0,0 2 0 0 0,1-1 0 0 0,-1 0 0 0 0,0 0 1 0 0,0 1-1 0 0,0-2 0 0 0,0 1 0 0 0,0 0 0 0 0,-1 0 1 0 0,1 1-1 0 0,0-1 0 0 0,-1 0 0 0 0,1 0 0 0 0,0-1 0 0 0,-1 1 1 0 0,1 1-1 0 0,-1-1 0 0 0,0 0 0 0 0,1 0 0 0 0,-1 0 0 0 0,1 0 1 0 0,-1-1-1 0 0,0 0 0 0 0,1 1 0 0 0,-1 0 0 0 0,0 0 0 0 0,0 0 1 0 0,0-1-1 0 0,1 1 0 0 0,-2 0 0 0 0,-1 0 0 0 0,-1 2 370 0 0,-1 0 0 0 0,0-1 0 0 0,0 1 0 0 0,0 0 0 0 0,0-1 0 0 0,0-1 0 0 0,-1 1 0 0 0,0-1 0 0 0,1 1 0 0 0,-1-1 0 0 0,1-1 0 0 0,-1 0 0 0 0,-8 0-1 0 0,10 0-512 0 0,0-1 0 0 0,0 0-1 0 0,0 0 1 0 0,1 0 0 0 0,-1-1-1 0 0,0 1 1 0 0,1 0 0 0 0,-1-1-1 0 0,1 0 1 0 0,-1-1 0 0 0,1 2-1 0 0,0-2 1 0 0,0 0 0 0 0,0 1-1 0 0,1-1 1 0 0,-2 0 0 0 0,2 0-1 0 0,0 0 1 0 0,-1 0 0 0 0,-1-4-1 0 0,1 2 63 0 0,1 2 0 0 0,0-2 0 0 0,0 2 0 0 0,0-2 0 0 0,0 2 0 0 0,1-2 0 0 0,-1 1 1 0 0,2-1-1 0 0,-1 1 0 0 0,0 0 0 0 0,1-1 0 0 0,-1 1 0 0 0,1-2 0 0 0,0 2 0 0 0,0 0 0 0 0,1-1 0 0 0,0 1 0 0 0,0-1 0 0 0,-1 1 0 0 0,1-1 0 0 0,1 1 0 0 0,0 0 0 0 0,0 0 0 0 0,-1 0 0 0 0,1 0 0 0 0,1 0 0 0 0,-1 0 0 0 0,1 1 0 0 0,-1-1 0 0 0,1 1 0 0 0,0-1 0 0 0,0 1 0 0 0,0 0 0 0 0,1 0 1 0 0,6-4-1 0 0,-2 2 9 0 0,0 0 1 0 0,0 1 0 0 0,0-1 0 0 0,1 2 0 0 0,0-1 0 0 0,-1 2 0 0 0,1-1-1 0 0,-1 1 1 0 0,2 1 0 0 0,-1-1 0 0 0,12 0 0 0 0,-17 2-11 0 0,0 0 0 0 0,0 0 0 0 0,-1 1 0 0 0,1-1 0 0 0,0 1 0 0 0,-1 0 0 0 0,2 0 0 0 0,-2-1 0 0 0,0 2 0 0 0,1-1 0 0 0,-1 1 0 0 0,1 0 0 0 0,-2-1 0 0 0,2 2 0 0 0,-1-1 0 0 0,0 0 0 0 0,0 1 0 0 0,0 0 0 0 0,0-1 0 0 0,-1 1 0 0 0,1 0 0 0 0,-2 0 0 0 0,2 0 0 0 0,-1 0 0 0 0,0 1 0 0 0,-1-1 0 0 0,1 0 0 0 0,0 1 0 0 0,0 5 0 0 0,0-3-169 0 0,0 0 1 0 0,-1-1 0 0 0,-1 1 0 0 0,1 0 0 0 0,-1-1 0 0 0,0 1 0 0 0,0 0 0 0 0,-1 0-1 0 0,0 7 1 0 0,0-9 7 0 0,0-1 0 0 0,0 1-1 0 0,0-2 1 0 0,0 2-1 0 0,-1-1 1 0 0,1 0 0 0 0,-1 0-1 0 0,1 0 1 0 0,-2 0-1 0 0,1 0 1 0 0,0-1 0 0 0,0 1-1 0 0,-1 0 1 0 0,1-1-1 0 0,-1 0 1 0 0,-4 3 0 0 0,-3 1-5352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11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154 303 999 0 0,'1'0'32'0'0,"-1"-1"0"0"0,0 1 0 0 0,1 0 0 0 0,-1 0 0 0 0,0-1 0 0 0,0 1 0 0 0,0 0 0 0 0,0-1 0 0 0,1 1-1 0 0,-1 0 1 0 0,0-1 0 0 0,0 1 0 0 0,0 0 0 0 0,1-1 0 0 0,-1 1 0 0 0,0-1 0 0 0,0 1 0 0 0,0 0-1 0 0,0 0 1 0 0,0 0 0 0 0,0-1 0 0 0,1 1 0 0 0,-1-1 0 0 0,0 1 0 0 0,0-1 0 0 0,0 1 0 0 0,-1 0 0 0 0,1-1-1 0 0,0 1 1 0 0,0-1 0 0 0,0 1 0 0 0,0-1 0 0 0,0 1 0 0 0,0 0 0 0 0,-1-1 0 0 0,1 1 0 0 0,0 0 0 0 0,0-1-1 0 0,0 1 1 0 0,-1 0 0 0 0,1 0 0 0 0,0 0 0 0 0,0 0 0 0 0,0-1 0 0 0,0 1 0 0 0,-1 0 0 0 0,1-1-1 0 0,0 1 1 0 0,-1 0 0 0 0,0 0 0 0 0,0-1 180 0 0,0 1 1 0 0,0-1-1 0 0,0 1 0 0 0,0 0 0 0 0,-1 0 1 0 0,1 0-1 0 0,0 0 0 0 0,0 0 1 0 0,0 0-1 0 0,-1 0 0 0 0,1 0 0 0 0,0 0 1 0 0,0 1-1 0 0,0-1 0 0 0,0 0 0 0 0,-1 1 1 0 0,1-1-1 0 0,0 1 0 0 0,-1 0 0 0 0,0 0-9 0 0,-1 1 0 0 0,1 0-1 0 0,-2-1 1 0 0,2 1 0 0 0,-1-2-1 0 0,1 1 1 0 0,-2 0-1 0 0,2 0 1 0 0,-1 0 0 0 0,0-1-1 0 0,0 0 1 0 0,0 1-1 0 0,0-1 1 0 0,-1 0 0 0 0,2-1-1 0 0,-1 1 1 0 0,0-1 0 0 0,0 1-1 0 0,0-1 1 0 0,0 0-1 0 0,1 0 1 0 0,-1 1 0 0 0,0-2-1 0 0,0 1 1 0 0,0-1 0 0 0,1 0-1 0 0,-1 1 1 0 0,1-1-1 0 0,0 0 1 0 0,-1 0 0 0 0,-2-4-1 0 0,1 2 237 0 0,0-2 1 0 0,0 1-1 0 0,0 0 0 0 0,1-1 0 0 0,0 0 0 0 0,1 0 0 0 0,-1 0 0 0 0,1 1 1 0 0,0-2-1 0 0,0 0 0 0 0,0 1 0 0 0,2 0 0 0 0,-3-14 0 0 0,4 12-437 0 0,-1 0 1 0 0,1 1-1 0 0,0-1 0 0 0,0 0 0 0 0,1 0 0 0 0,1 1 1 0 0,-1-1-1 0 0,1 0 0 0 0,-1 1 0 0 0,2 0 0 0 0,0 0 1 0 0,0 0-1 0 0,0 0 0 0 0,1 1 0 0 0,-1 0 1 0 0,2 0-1 0 0,-1 0 0 0 0,1 0 0 0 0,0 1 0 0 0,0 0 1 0 0,0 0-1 0 0,0 1 0 0 0,1 0 0 0 0,0 0 0 0 0,0 0 1 0 0,0 1-1 0 0,1 0 0 0 0,8-2 0 0 0,-13 4-3 0 0,-1 0 0 0 0,0 1 0 0 0,1-1 0 0 0,-1 1 0 0 0,1-1-1 0 0,-1 1 1 0 0,0 0 0 0 0,1 0 0 0 0,-1 0 0 0 0,1 0 0 0 0,-1 1 0 0 0,0-1 0 0 0,1 1-1 0 0,-1-1 1 0 0,1 1 0 0 0,-1 0 0 0 0,0-1 0 0 0,0 2 0 0 0,3 1 0 0 0,-3-1-3 0 0,0-1 1 0 0,0 1-1 0 0,0 1 1 0 0,0-1-1 0 0,-1 0 0 0 0,1 1 1 0 0,0 0-1 0 0,0-2 1 0 0,-2 2-1 0 0,2 0 1 0 0,-1-1-1 0 0,0 2 1 0 0,1 4-1 0 0,0 2-5 0 0,0 1 0 0 0,-1 1 0 0 0,-1-2 0 0 0,1 1 0 0 0,-2 0 0 0 0,0 0 0 0 0,-3 17 0 0 0,-2-5 95 0 0,0 1-1 0 0,-1-1 1 0 0,-13 28-1 0 0,15-41-107 0 0,0 1-1 0 0,-1-1 0 0 0,0-1 1 0 0,0 1-1 0 0,-1 0 1 0 0,-1-1-1 0 0,1-1 0 0 0,-18 15 1 0 0,23-21-161 0 0,-2 1 0 0 0,1-1 0 0 0,-1 0 1 0 0,1 0-1 0 0,-1-1 0 0 0,0 1 0 0 0,-5 0 1 0 0,-8 1-4708 0 0,5-3-801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0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73 1999 0 0,'3'-19'2547'0'0,"1"-8"-151"0"0,-4 27-2254 0 0,0-2-1 0 0,0 1 0 0 0,0 0 0 0 0,0 0 0 0 0,0 0 0 0 0,0 0 1 0 0,-1 0-1 0 0,1 1 0 0 0,0 0 0 0 0,-1-1 0 0 0,1 0 0 0 0,-1 0 0 0 0,1 0 1 0 0,-1 0-1 0 0,1 0 0 0 0,0 0 0 0 0,0 1 0 0 0,-1 0 0 0 0,0-1 1 0 0,0 0-1 0 0,1 1 0 0 0,-1-1 0 0 0,0 1 0 0 0,-1-2 0 0 0,1 2 3 0 0,0 0 0 0 0,-1-1 0 0 0,1 1 0 0 0,0 0 0 0 0,0 0 0 0 0,0 0 0 0 0,-1 0 0 0 0,1 0-1 0 0,0 0 1 0 0,0 0 0 0 0,-1 1 0 0 0,1-1 0 0 0,0 0 0 0 0,-1 1 0 0 0,2-1 0 0 0,-1 1 0 0 0,-1 0 0 0 0,1-1-1 0 0,0 1 1 0 0,0 0 0 0 0,0-1 0 0 0,0 1 0 0 0,0 0 0 0 0,-1 1 0 0 0,-2 2 133 0 0,0 0 0 0 0,1-1 1 0 0,0 2-1 0 0,-5 6 0 0 0,-2 9-126 0 0,2-1-1 0 0,1 2 0 0 0,0-1 1 0 0,1 0-1 0 0,-5 32 0 0 0,10-47-148 0 0,1 0-6 0 0,-2 1-1 0 0,1 0 0 0 0,1 0 1 0 0,0-1-1 0 0,0 1 1 0 0,0 1-1 0 0,0-2 0 0 0,1 1 1 0 0,0 0-1 0 0,3 8 1 0 0,-4-12 3 0 0,1 0 1 0 0,0 0 0 0 0,0 0-1 0 0,0-1 1 0 0,0 1 0 0 0,0 0-1 0 0,1 0 1 0 0,0-1 0 0 0,-2 1-1 0 0,2-1 1 0 0,0 1 0 0 0,0 0-1 0 0,-1-1 1 0 0,1-1 0 0 0,0 2-1 0 0,0-1 1 0 0,-1 0 0 0 0,1 0-1 0 0,0 0 1 0 0,0 0 0 0 0,0-1-1 0 0,0 1 1 0 0,0-1 0 0 0,0 0-1 0 0,0 0 1 0 0,0 0 0 0 0,0 0-1 0 0,1 0 1 0 0,-2 0 0 0 0,1 0-1 0 0,4 0 1 0 0,4-3 138 0 0,-2 1 0 0 0,1-1 0 0 0,0 0 0 0 0,-1-1 0 0 0,1 1-1 0 0,-1-2 1 0 0,0 1 0 0 0,-1-1 0 0 0,1-1 0 0 0,0 1 0 0 0,9-11 0 0 0,1-2 296 0 0,0 0-1 0 0,-2-2 1 0 0,15-22-1 0 0,-20 28-326 0 0,-2-1 0 0 0,0 0-1 0 0,-1 0 1 0 0,0-1 0 0 0,10-31-1 0 0,-18 46-106 0 0,0 1 0 0 0,1-1-1 0 0,-1 0 1 0 0,0 0 0 0 0,0 0-1 0 0,0 1 1 0 0,0-1 0 0 0,0 1-1 0 0,0-1 1 0 0,0 0 0 0 0,0 0 0 0 0,0 0-1 0 0,0 1 1 0 0,0-1 0 0 0,-1 0-1 0 0,1 0 1 0 0,0 1 0 0 0,-1 0-1 0 0,1-1 1 0 0,0 0 0 0 0,0 0 0 0 0,0 1-1 0 0,-1-1 1 0 0,1 0 0 0 0,-2 0-1 0 0,1 0 0 0 0,0 0-1 0 0,0 1 1 0 0,0 0-1 0 0,-1-1 1 0 0,1 0-1 0 0,-1 1 1 0 0,1-1 0 0 0,0 1-1 0 0,-1 0 1 0 0,1-1-1 0 0,-1 1 1 0 0,-1 0-1 0 0,-7 1-10 0 0,0-1 0 0 0,1 2-1 0 0,-12 2 1 0 0,12-2 3 0 0,-82 16-3318 0 0,70-14-2869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 4007 0 0,'-2'-1'122'0'0,"1"1"-1"0"0,-1 0 0 0 0,0 0 0 0 0,0 0 0 0 0,1 0 1 0 0,-1 0-1 0 0,1 0 0 0 0,-1 1 0 0 0,1-1 0 0 0,-1 1 0 0 0,0-1 1 0 0,0 1-1 0 0,1 0 0 0 0,0-1 0 0 0,-1 1 0 0 0,0 0 1 0 0,1 0-1 0 0,0 0 0 0 0,0 0 0 0 0,-1 0 0 0 0,1 1 0 0 0,0-2 1 0 0,-2 4-1 0 0,1-2 114 0 0,1-1-1 0 0,0 1 1 0 0,-1-1 0 0 0,0 1-1 0 0,0-1 1 0 0,1 0 0 0 0,-1 0 0 0 0,0 0-1 0 0,1 0 1 0 0,-1 0 0 0 0,0 0 0 0 0,-1 0-1 0 0,2-1 1 0 0,-4 2 0 0 0,-7-11 3946 0 0,11 9-3982 0 0,1-1-1 0 0,0 1 1 0 0,0 0-1 0 0,0-1 1 0 0,0 1-1 0 0,-1-1 0 0 0,1 1 1 0 0,0-1-1 0 0,-1 1 1 0 0,1 0-1 0 0,0-1 0 0 0,0 1 1 0 0,0-1-1 0 0,-1 1 1 0 0,1 0-1 0 0,0 0 1 0 0,0-1-1 0 0,0 1 0 0 0,0-1 1 0 0,0 0-1 0 0,0 1 1 0 0,0-1-1 0 0,0 1 0 0 0,0-1 1 0 0,0 1-1 0 0,0-1 1 0 0,0 1-1 0 0,1-1 1 0 0,1 3 51 0 0,-1 0 1 0 0,1 0 0 0 0,0 0 0 0 0,-1 0 0 0 0,0 1 0 0 0,0-1 0 0 0,3 5 0 0 0,-3-6-112 0 0,14 28 301 0 0,21 30 0 0 0,-34-56-336 0 0,6 4 0 0 0,21 22-1 0 0,-21-22-7 0 0,1-1-7 0 0,28 15-1 0 0,-16-11 1 0 0,25 5 6 0 0,-21-9-15 0 0,33 3-64 0 0,9-4-16 0 0,-44-5 0 0 0,-18 0 0 0 0,1 0 0 0 0,-1 0 0 0 0,0 0 0 0 0,0 1 0 0 0,0-1 0 0 0,0 1 0 0 0,6 2 0 0 0,-9-2 1 0 0,-1-1 1 0 0,-1 0-1 0 0,2 1 0 0 0,-1-1 1 0 0,0 1-1 0 0,0 0 0 0 0,0-1 1 0 0,0 0-1 0 0,0 1 0 0 0,0 0 1 0 0,0 0-1 0 0,0 0 0 0 0,0 0 1 0 0,0 0-1 0 0,-1 0 0 0 0,0-1 1 0 0,1 1-1 0 0,0 0 0 0 0,-1 0 1 0 0,1 1-1 0 0,0-1 0 0 0,-1 0 1 0 0,1 0-1 0 0,-1 2 0 0 0,1 0 16 0 0,-1-1 0 0 0,0 1 0 0 0,0 0 0 0 0,0-1 0 0 0,-1 1 0 0 0,1 0-1 0 0,-1-1 1 0 0,0 1 0 0 0,0 0 0 0 0,-1 4 0 0 0,-2 1 34 0 0,0 1 1 0 0,-1-1 0 0 0,0 0-1 0 0,0-1 1 0 0,-10 12-1 0 0,5-9-34 0 0,0-1 1 0 0,0-1-1 0 0,-1 0 0 0 0,0-1 0 0 0,-1 1 0 0 0,1-1 0 0 0,-1-1 1 0 0,0-1-1 0 0,-18 6 0 0 0,-15 2-80 0 0,-62 9 0 0 0,56-12-102 0 0,18-3-190 0 0,6-1-6489 0 0,13-3-670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69 6015 0 0,'-2'-4'556'0'0,"2"-2"-1"0"0,-1 2 1 0 0,0-1-1 0 0,0-1 0 0 0,1 2 1 0 0,0-1-1 0 0,0 0 1 0 0,2-7-1 0 0,2-6 8915 0 0,10 37-7808 0 0,66 147-379 0 0,-51-101-1101 0 0,100 185 225 0 0,-119-233-365 0 0,15 16-31 0 0,4-2-28 0 0,-23-25-73 0 0,1-9-828 0 0,-2 2 561 0 0,-3 0 290 0 0,0 0 0 0 0,1 0 0 0 0,-1 1 0 0 0,1-1 0 0 0,-1-1 0 0 0,0 1 1 0 0,5-3-1 0 0,-6 3-314 0 0,0 0 0 0 0,0 0 0 0 0,0 0 0 0 0,-1 0 0 0 0,1 0 0 0 0,-1 0 0 0 0,1 0 0 0 0,0 0 0 0 0,0 0 0 0 0,-1 0 0 0 0,1-1 0 0 0,-1 1 0 0 0,1 0 0 0 0,-1-2 0 0 0,2-17-6691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6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 14431 0 0,'-1'-1'175'0'0,"-1"1"-1"0"0,1 0 1 0 0,0 0-1 0 0,-1 0 1 0 0,0 0-1 0 0,1 0 1 0 0,0 0 0 0 0,-1 1-1 0 0,0-1 1 0 0,1 0-1 0 0,0 1 1 0 0,-1-1-1 0 0,1 1 1 0 0,-1 0-1 0 0,1-1 1 0 0,-2 2-1 0 0,-23 17 2643 0 0,17-12-2419 0 0,-57 47 1147 0 0,-110 117 0 0 0,10-9-1582 0 0,151-147-455 0 0,-2-2 1 0 0,1-1 0 0 0,-26 14 0 0 0,20-15-7299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5.5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43 0 0,'0'8'0'0,"0"-5"0"0,0 1 0 0,0-2 0 0,0-3 0 0,0-1 0 0,0-4 0 0,0-3 0 0,0-9 0 0,0-5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6:56.4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 0 0,'0'3697'0'0,"0"-2218"0"0,0-495 0 0,0 1072 0 0,0-1970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43 3007 0 0,'4'-19'615'0'0,"-3"17"-503"0"0,0 0-1 0 0,0 1 0 0 0,-1-2 1 0 0,1 1-1 0 0,-1 0 0 0 0,1 0 1 0 0,-1 0-1 0 0,0 0 0 0 0,0-4 0 0 0,0 6-27 0 0,-1 0 1 0 0,1 0-1 0 0,0 0 0 0 0,-1 0 0 0 0,1 0 0 0 0,-1 0 0 0 0,1 0 0 0 0,0 1 0 0 0,-1-1 0 0 0,1 0 0 0 0,0 0 0 0 0,-1 0 0 0 0,1 0 0 0 0,0 0 0 0 0,-1 1 0 0 0,1-1 1 0 0,0 0-1 0 0,0 0 0 0 0,0 0 0 0 0,0 1 0 0 0,0-1 0 0 0,0 0 0 0 0,-1 1 0 0 0,1-1 0 0 0,0 0 0 0 0,0 0 0 0 0,-1 0 0 0 0,1 0 0 0 0,0 0 0 0 0,0 1 0 0 0,0-1 1 0 0,0 0-1 0 0,0 1 0 0 0,0 0 0 0 0,-10 13 1555 0 0,-6 28 1789 0 0,-21 82 0 0 0,20-65-2932 0 0,0-1-302 0 0,-13 49 17 0 0,29-86-138 0 0,1-20-96 0 0,-1-1 0 0 0,1 0 0 0 0,0 0 0 0 0,0 1 0 0 0,0-1 0 0 0,0 0-1 0 0,0 0 1 0 0,0 0 0 0 0,0 0 0 0 0,0 1 0 0 0,0-1 0 0 0,0 0 0 0 0,0 1 0 0 0,0-1 0 0 0,0 0 0 0 0,1 1 0 0 0,-1-1 0 0 0,0 0-1 0 0,0 0 1 0 0,0 1 0 0 0,0-1 0 0 0,0 0 0 0 0,1 0 0 0 0,-1 1 0 0 0,0-1 0 0 0,0 0 0 0 0,1 0 0 0 0,-1 1 0 0 0,0-1 0 0 0,0 0-1 0 0,0 0 1 0 0,0 0 0 0 0,0 0 0 0 0,0 1 0 0 0,1-1 0 0 0,-1 0 0 0 0,0 0 0 0 0,1 0 0 0 0,-1 0 0 0 0,0 0 0 0 0,1 0 0 0 0,-1 0-1 0 0,0 0 1 0 0,0 0 0 0 0,1 0 0 0 0,-1 0 0 0 0,0 0 0 0 0,1 0 0 0 0,-1 0 0 0 0,0 0 0 0 0,1 0 0 0 0,-1 0 0 0 0,0 0 0 0 0,1 0-1 0 0,-1-1 1 0 0,0 1 0 0 0,0 0 0 0 0,0 0 0 0 0,0 0 0 0 0,0-1 0 0 0,0 1 0 0 0,1 0 0 0 0,-1 0 0 0 0,0 0 0 0 0,0-1 0 0 0,0 1 0 0 0,1 0-1 0 0,-1 0 1 0 0,0-1 0 0 0,9-16-3434 0 0,-4 3-1146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5287 0 0,'1'-4'390'0'0,"5"6"782"0"0,8 7 620 0 0,17 17-294 0 0,0 2 1 0 0,28 35 0 0 0,-10-11-751 0 0,-33-36-555 0 0,89 84 646 0 0,-33-38-803 0 0,-13-13-632 0 0,-26-22-660 0 0,-10-9-3502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2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166 163 4511 0 0,'-1'-4'539'0'0,"1"1"-1"0"0,-1-2 0 0 0,1 2 0 0 0,0-2 0 0 0,0 2 0 0 0,0-2 0 0 0,0 1 0 0 0,2-7 0 0 0,-1 7-178 0 0,0-1 0 0 0,0 2-1 0 0,-1-1 1 0 0,0-1-1 0 0,0 1 1 0 0,-1-10-1 0 0,7 59 1729 0 0,7 14-1689 0 0,6 63 0 0 0,3 21 3 0 0,-22-143-402 0 0,6 22-27 0 0,-6-21 22 0 0,0-1 0 0 0,0 1 0 0 0,1 0 0 0 0,-1 0 0 0 0,0 0 1 0 0,1 0-1 0 0,-1-1 0 0 0,1 1 0 0 0,-1 0 0 0 0,1-1 0 0 0,-1 1 0 0 0,1-1 0 0 0,-1 1 1 0 0,0 0-1 0 0,1 0 0 0 0,0-1 0 0 0,0 1 0 0 0,0-1 0 0 0,-1 1 0 0 0,1-1 0 0 0,1 2 1 0 0,-1-6-151 0 0,0 1-1 0 0,0 1 1 0 0,-1-1 0 0 0,1 0 0 0 0,-1 0 0 0 0,1 0 0 0 0,-1 0 0 0 0,-1-6 0 0 0,1 8 115 0 0,2-34-8 0 0,1-2 0 0 0,1 2 1 0 0,2 0-1 0 0,2 0 0 0 0,1 0 1 0 0,1 1-1 0 0,20-40 0 0 0,14-50 102 0 0,-40 114 56 0 0,-4 22 390 0 0,1 2-76 0 0,29 361 2050 0 0,-7-178-1172 0 0,-3-9-182 0 0,-17-148-764 0 0,-2 1-1 0 0,-8 66 0 0 0,6-97-264 0 0,-2-1 1 0 0,2 0 0 0 0,-2 0 0 0 0,0-1 0 0 0,-1 0 0 0 0,1 1 0 0 0,-2-1 0 0 0,1 0 0 0 0,0 0 0 0 0,-1-1 0 0 0,-1 1 0 0 0,0-1 0 0 0,0-1 0 0 0,0 1 0 0 0,-1 0 0 0 0,0-2 0 0 0,1 1 0 0 0,-1-1-1 0 0,-1 1 1 0 0,0-2 0 0 0,-14 7 0 0 0,14-8-62 0 0,-1 1 1 0 0,0-1-1 0 0,1-1 0 0 0,-2 1 0 0 0,2-1 0 0 0,-2-1 0 0 0,2-1 1 0 0,-2 1-1 0 0,1-1 0 0 0,-1 0 0 0 0,1-1 0 0 0,0 1 0 0 0,-1-2 0 0 0,2 0 1 0 0,-1-1-1 0 0,0 1 0 0 0,0-1 0 0 0,0-1 0 0 0,1 1 0 0 0,-16-11 0 0 0,4 0-897 0 0,-32-32 0 0 0,11 5-6728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5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87 188 2303 0 0,'1'-10'1148'0'0,"0"0"-1"0"0,0 0 0 0 0,1-1 0 0 0,0 0 0 0 0,1 2 0 0 0,0-2 0 0 0,1 1 0 0 0,8-16 1 0 0,-10 22-806 0 0,-1 1-1 0 0,2 0 1 0 0,-1-1 0 0 0,0 2 0 0 0,1-2 0 0 0,-1 2 0 0 0,1-1 0 0 0,0 0 0 0 0,0 1 0 0 0,0 0-1 0 0,6-4 1 0 0,-6 5-288 0 0,-1 0 0 0 0,1 0 0 0 0,0 0 0 0 0,-1 1 0 0 0,1-1 0 0 0,-1 1 0 0 0,1 0 0 0 0,0 0 0 0 0,-1 0 0 0 0,1 0 0 0 0,-2 0 0 0 0,2 1 0 0 0,0-1 0 0 0,-1 1 0 0 0,1 0 0 0 0,-1 0 0 0 0,1 0 0 0 0,0-1 0 0 0,2 3 0 0 0,-3-1-46 0 0,1 0 0 0 0,0-1 0 0 0,-1 1 0 0 0,1 0 0 0 0,-1 0-1 0 0,1 0 1 0 0,-1 0 0 0 0,-1 1 0 0 0,2-1 0 0 0,-1 1 0 0 0,-1 0 0 0 0,1-1 0 0 0,0 1 0 0 0,0 3 0 0 0,1 0 22 0 0,-1 0 0 0 0,0 0 0 0 0,-2-1 0 0 0,2 1 0 0 0,-1 1 0 0 0,-1-1 1 0 0,1 6-1 0 0,-2 6 78 0 0,-1 1 0 0 0,1-2 1 0 0,-3 1-1 0 0,-5 18 0 0 0,-7 17-55 0 0,11-39-45 0 0,0 2-1 0 0,1-1 0 0 0,1 0 0 0 0,-1 0 1 0 0,2 0-1 0 0,-1 24 0 0 0,3-38-9 0 0,0 0 0 0 0,0 0 0 0 0,0 1 0 0 0,1-1 0 0 0,-1 1 0 0 0,0-2 0 0 0,1 2 0 0 0,-1-1 0 0 0,1 1 0 0 0,-1-1 0 0 0,1 0-1 0 0,-1 0 1 0 0,0 0 0 0 0,1 0 0 0 0,0 0 0 0 0,1 2 0 0 0,-1-2-2 0 0,0-1-1 0 0,-1 1 1 0 0,1-1-1 0 0,0 0 1 0 0,0 0-1 0 0,0 1 1 0 0,0-1 0 0 0,-1 0-1 0 0,1 0 1 0 0,-1 1-1 0 0,1-1 1 0 0,0 0-1 0 0,0 0 1 0 0,0 0-1 0 0,0 0 1 0 0,1 0-1 0 0,-2 0 1 0 0,2-1 0 0 0,2 0-13 0 0,-2 1 1 0 0,2-1 0 0 0,-1-1 0 0 0,0 1 0 0 0,-1-1 0 0 0,2 0 0 0 0,-2 1-1 0 0,1-1 1 0 0,0 0 0 0 0,-1-1 0 0 0,4-2 0 0 0,3-5-98 0 0,-1-2 1 0 0,0 1-1 0 0,0-1 0 0 0,10-21 0 0 0,19-55-32 0 0,4-8 54 0 0,5 18-97 0 0,6-11 42 0 0,-60 183 1747 0 0,-6 94-1421 0 0,10-115 46 0 0,0 211 1562 0 0,-2 26-1410 0 0,6-297-354 0 0,-1-1-1 0 0,-1 1 1 0 0,-1-1 0 0 0,1 0-1 0 0,-2 1 1 0 0,-7 16-1 0 0,8-23 15 0 0,0-1-1 0 0,0 0 1 0 0,0 0-1 0 0,-1 0 1 0 0,1 0-1 0 0,-1-1 1 0 0,-1 1 0 0 0,1-2-1 0 0,0 2 1 0 0,-1-2-1 0 0,0 1 1 0 0,0-1-1 0 0,0 0 1 0 0,0 1-1 0 0,-10 2 1 0 0,5-3-30 0 0,0 0 0 0 0,0-1 0 0 0,-1 0 0 0 0,2-1 0 0 0,-2 0 0 0 0,1-1 0 0 0,0 0 0 0 0,-1 0 0 0 0,1-1 0 0 0,-1 0 0 0 0,1-1-1 0 0,0-1 1 0 0,0 0 0 0 0,0 0 0 0 0,-18-9 0 0 0,13 5-343 0 0,-1-2 0 0 0,1 1-1 0 0,1-2 1 0 0,-1 0-1 0 0,2 0 1 0 0,-1-2 0 0 0,1 0-1 0 0,-19-24 1 0 0,14 11-1387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7:59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5063 0 0,'3'-1'374'0'0,"2"0"-1"0"0,-2 0 1 0 0,0 0-1 0 0,0 0 1 0 0,1-1-1 0 0,-1 1 1 0 0,6-4-1 0 0,4-3 630 0 0,6 1 1662 0 0,1 1 0 0 0,0 2 0 0 0,40-7 0 0 0,-37 9-2253 0 0,0-2-1 0 0,37-12 1 0 0,-59 15-567 0 0,1 1 0 0 0,-1-1 0 0 0,1 0 0 0 0,-1 1 1 0 0,0-1-1 0 0,1 0 0 0 0,-1 0 0 0 0,1 0 1 0 0,-2 0-1 0 0,1 0 0 0 0,1 0 0 0 0,0-1 1 0 0,-4-1-952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3679 0 0,'36'-2'8942'0'0,"2"-3"-4923"0"0,14-1-1964 0 0,20-2-1574 0 0,-41 1-5866 0 0,-14 2-543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287 379 1839 0 0,'0'0'62'0'0,"0"0"0"0"0,0 1 0 0 0,0-1-1 0 0,0 1 1 0 0,0-1 0 0 0,1 0 0 0 0,-1 0-1 0 0,0 0 1 0 0,0 0 0 0 0,0 1 0 0 0,1-1-1 0 0,-1 0 1 0 0,0 1 0 0 0,1-1 0 0 0,-1 0-1 0 0,0 1 1 0 0,1-1 0 0 0,-1 0 0 0 0,0 0-1 0 0,0 1 1 0 0,0-1 0 0 0,0 0-1 0 0,1 0 1 0 0,-1 0 0 0 0,1 0 0 0 0,-1 0-1 0 0,0 1 1 0 0,1-1 0 0 0,-1 0 0 0 0,1 0-1 0 0,-1 0 1 0 0,1 0 0 0 0,-1 0 0 0 0,0 0-1 0 0,1 0 1 0 0,8-12 2870 0 0,3-23 2426 0 0,-11 32-4925 0 0,20-88 5967 0 0,-18 66-5939 0 0,0 1 0 0 0,-1-2 1 0 0,-3-39-1 0 0,1 57-442 0 0,-2-1 0 0 0,1 0 0 0 0,-1 1 1 0 0,0-1-1 0 0,-1 1 0 0 0,-6-16 0 0 0,9 22-19 0 0,-1 1 0 0 0,-1-1 0 0 0,1 0 0 0 0,0 0-1 0 0,1 1 1 0 0,-2-1 0 0 0,1 0 0 0 0,-1 0 0 0 0,1 1 0 0 0,-1 0 0 0 0,1 0-1 0 0,-1-1 1 0 0,1 1 0 0 0,-1 0 0 0 0,0 0 0 0 0,0 0 0 0 0,1 1 0 0 0,-2-1-1 0 0,1 0 1 0 0,1 0 0 0 0,-1 1 0 0 0,-1-1 0 0 0,1 1 0 0 0,1 0 0 0 0,-2 0-1 0 0,1 0 1 0 0,1 0 0 0 0,-2 0 0 0 0,1 0 0 0 0,1 0 0 0 0,-2 1 0 0 0,1-1-1 0 0,1 1 1 0 0,-5 1 0 0 0,-2 2-12 0 0,-1 0 0 0 0,0 1 0 0 0,1 0 0 0 0,0 0 0 0 0,-1 2-1 0 0,2-1 1 0 0,0 1 0 0 0,0 0 0 0 0,-10 12 0 0 0,1 1-179 0 0,1 1 0 0 0,-18 35 0 0 0,13-17-179 0 0,1 1 0 0 0,2 0 0 0 0,2 2 0 0 0,3 0 0 0 0,-14 73 0 0 0,25-107 347 0 0,0 1 0 0 0,0 0 1 0 0,1 0-1 0 0,0-1 1 0 0,0 1-1 0 0,1 0 1 0 0,2 9-1 0 0,-2-16 24 0 0,-1 1 0 0 0,1-2-1 0 0,0 1 1 0 0,0 0 0 0 0,-1 0 0 0 0,1-1 0 0 0,0 1 0 0 0,0-1 0 0 0,0 1-1 0 0,0 0 1 0 0,1-1 0 0 0,-1 0 0 0 0,0 1 0 0 0,1-1 0 0 0,2 3-1 0 0,-2-4 12 0 0,0 1 0 0 0,0-1 0 0 0,-1 1-1 0 0,1-1 1 0 0,0 1 0 0 0,-1-1 0 0 0,2 0-1 0 0,-1 0 1 0 0,-1 0 0 0 0,1 0 0 0 0,0 0-1 0 0,0 0 1 0 0,0-1 0 0 0,0 1 0 0 0,0-1 0 0 0,-1 1-1 0 0,1-1 1 0 0,0 1 0 0 0,2-2 0 0 0,7-4 86 0 0,0 0 0 0 0,-1-1 0 0 0,1 0 0 0 0,-2 0 0 0 0,14-13 1 0 0,44-49 85 0 0,-57 56-199 0 0,14-14 19 0 0,-18 18-20 0 0,1 0-1 0 0,0 1 1 0 0,0 0-1 0 0,1 0 1 0 0,0 1-1 0 0,1 0 1 0 0,14-9-1 0 0,-22 16 15 0 0,0-1 0 0 0,0 1 0 0 0,0-1 0 0 0,0 1 0 0 0,0 0 1 0 0,0 0-1 0 0,1 0 0 0 0,-2 0 0 0 0,1 0 0 0 0,0 0 0 0 0,1 0 0 0 0,-1 0 0 0 0,0 0 0 0 0,0 1 0 0 0,0-1 0 0 0,0 0 0 0 0,0 1 0 0 0,0-1 0 0 0,0 1 0 0 0,0-1 0 0 0,0 1 0 0 0,0 0 0 0 0,0-1 0 0 0,0 1 1 0 0,0 0-1 0 0,0-1 0 0 0,-1 1 0 0 0,0 0 0 0 0,1 0 0 0 0,0 0 0 0 0,0 0 0 0 0,-1 0 0 0 0,1 0 0 0 0,0 0 0 0 0,-1-1 0 0 0,1 3 0 0 0,3 6 12 0 0,-1 0-1 0 0,1 0 0 0 0,2 14 1 0 0,0-5 43 0 0,-2-5-470 0 0,13 30 1345 0 0,-5-27-2472 0 0,-11-16 1211 0 0,0 1 0 0 0,-1 0-1 0 0,1 0 1 0 0,0-1 0 0 0,0 0 0 0 0,0 0 0 0 0,0 1 0 0 0,1-1-1 0 0,-2 1 1 0 0,1-1 0 0 0,0 0 0 0 0,0 1 0 0 0,1-1-1 0 0,0 0 1 0 0,5-1-5239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 10135 0 0,'-12'-12'4412'0'0,"14"22"-2488"0"0,5 18-575 0 0,1 0-1 0 0,2 0 0 0 0,19 38 0 0 0,-26-61-1182 0 0,2 8-64 0 0,17 35 365 0 0,-17-38-381 0 0,-2-2-34 0 0,1-1 1 0 0,-1 0 0 0 0,1 0 0 0 0,8 8-1 0 0,21 34 4 0 0,-21-33-50 0 0,-8-10-9 0 0,0 0 0 0 0,2 1 0 0 0,-1-2 0 0 0,0 0 0 0 0,8 7 0 0 0,-12-11-74 0 0,0 0 0 0 0,-1-1 0 0 0,0 0 0 0 0,1 1-1 0 0,-1-1 1 0 0,1 1 0 0 0,0-1 0 0 0,0 0-1 0 0,-1 1 1 0 0,1-1 0 0 0,0 1 0 0 0,-1-1-1 0 0,1 0 1 0 0,0 0 0 0 0,-1 1 0 0 0,1-1 0 0 0,0 0-1 0 0,0 0 1 0 0,0 0 0 0 0,0 0 0 0 0,-1 0-1 0 0,1 0 1 0 0,-1 0 0 0 0,1-1 0 0 0,0 1-1 0 0,0 0 1 0 0,0 0 0 0 0,0-1 0 0 0,-1 1 0 0 0,0 0-1 0 0,1-1 1 0 0,0 1 0 0 0,0-1 0 0 0,-1 1-1 0 0,1-1 1 0 0,0 1 0 0 0,-1 0 0 0 0,1-1 0 0 0,-1 1-1 0 0,1-1 1 0 0,-1 0 0 0 0,0 1 0 0 0,0-1-1 0 0,1 0 1 0 0,-1 0 0 0 0,1 1 0 0 0,-1-1-1 0 0,0 0 1 0 0,1 1 0 0 0,-1-1 0 0 0,0-1 0 0 0,3-6-6853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3223 0 0,'0'0'385'0'0,"-1"0"0"0"0,0-1 1 0 0,0 1-1 0 0,0 0 0 0 0,0 0 0 0 0,0 0 0 0 0,0 0 0 0 0,1 0 0 0 0,-1 0 0 0 0,0 0 0 0 0,0 1 0 0 0,0-1 0 0 0,1 0 0 0 0,-1 0 0 0 0,0 1 0 0 0,1-1 0 0 0,-1 1 0 0 0,0-1 0 0 0,0 1 0 0 0,1-1 0 0 0,-1 0 0 0 0,-1 2 0 0 0,-17 12 3653 0 0,-33 37 500 0 0,-21 33-4022 0 0,22-25-505 0 0,1-2-2712 0 0,36-43-4013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6 104 4143 0 0,'-1'0'223'0'0,"1"-1"0"0"0,-1 1 0 0 0,1 0 0 0 0,-1-1-1 0 0,1 1 1 0 0,0-1 0 0 0,0 1 0 0 0,0-1 0 0 0,0 1-1 0 0,-1-1 1 0 0,1 1 0 0 0,0-1 0 0 0,-1 0-1 0 0,1 1 1 0 0,0-1 0 0 0,0 1 0 0 0,0 0 0 0 0,0-1-1 0 0,0 1 1 0 0,-1-1 0 0 0,1 1 0 0 0,0-1 0 0 0,0 0-1 0 0,1 1 1 0 0,-1-1 0 0 0,0 1 0 0 0,0-1-1 0 0,0 0 1 0 0,0 1 0 0 0,0-1 0 0 0,1 1 0 0 0,-1 0-1 0 0,1-1 1 0 0,-1-1 100 0 0,1 1 1 0 0,1 0-1 0 0,-1-1 0 0 0,1 2 1 0 0,-1-1-1 0 0,0 0 0 0 0,1 0 1 0 0,-1 0-1 0 0,1 0 0 0 0,2-1 1 0 0,5 0 326 0 0,-1-1 1 0 0,1 1-1 0 0,11-1 1 0 0,179-14 3070 0 0,-187 16-3552 0 0,-2 0-142 0 0,0 0 0 0 0,0 0 0 0 0,0 0 1 0 0,0-1-1 0 0,10-4 0 0 0,-12 4-11 0 0,-8 2-44 0 0,1 0-1 0 0,0 0 1 0 0,0 0 0 0 0,-1-1 0 0 0,1 1-1 0 0,0 0 1 0 0,0 0 0 0 0,-1 0 0 0 0,0-1-1 0 0,1 1 1 0 0,-1 0 0 0 0,1-1 0 0 0,0 1-1 0 0,-1-1 1 0 0,1 1 0 0 0,-1-1 0 0 0,1 1-1 0 0,-1 0 1 0 0,1 0 0 0 0,-1-1 0 0 0,0 0-1 0 0,0 1 1 0 0,0-1 0 0 0,1 1 0 0 0,-1-1-1 0 0,0 0 1 0 0,1 0 0 0 0,-1 1 0 0 0,0-1-1 0 0,0 0 1 0 0,0 1 0 0 0,1 0 0 0 0,-1-2-1 0 0,-1 1-199 0 0,1 0 0 0 0,0 0 0 0 0,-1 0-1 0 0,1 0 1 0 0,-1 1 0 0 0,1-1 0 0 0,0 0 0 0 0,-1 1-1 0 0,0-1 1 0 0,1 0 0 0 0,-1 0 0 0 0,0 1 0 0 0,0-1-1 0 0,1 0 1 0 0,-1 1 0 0 0,-1-1 0 0 0,-5-3-6103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5063 0 0,'3'-4'6065'0'0,"0"19"-2752"0"0,4 22-301 0 0,-1 36-619 0 0,-1-9-1954 0 0,3 1 0 0 0,16 65 0 0 0,-17-107-1139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3223 0 0,'-1'0'4277'0'0,"-1"4"-1304"0"0,1 14 128 0 0,-2 22-825 0 0,7 181 3970 0 0,2-31-6147 0 0,-11-36-3261 0 0,16-208 470 0 0,-8 2-566 0 0,-3 34 1986 0 0,2 1 0 0 0,5-29 0 0 0,-7 44 1374 0 0,0 0 0 0 0,1 0 1 0 0,-1 1-1 0 0,0-1 0 0 0,0 0 0 0 0,1 1 0 0 0,0 0 0 0 0,0-1 0 0 0,0 0 0 0 0,0 1 0 0 0,0-1 0 0 0,-1 1 0 0 0,2 0 0 0 0,-1-1 0 0 0,0 1 0 0 0,1-1 0 0 0,-2 1 0 0 0,2 0 0 0 0,0 1 0 0 0,-1-1 0 0 0,1 0 0 0 0,-1 0 0 0 0,1 0 1 0 0,-1 0-1 0 0,1 0 0 0 0,-1 1 0 0 0,1-1 0 0 0,0 1 0 0 0,0-1 0 0 0,-1 1 0 0 0,1 0 0 0 0,0 0 0 0 0,-1 0 0 0 0,1 0 0 0 0,0 0 0 0 0,3 1 0 0 0,-1 0 48 0 0,1 1 1 0 0,-2-1-1 0 0,2 1 0 0 0,-1-1 0 0 0,-1 2 0 0 0,2-1 1 0 0,-2 1-1 0 0,1-1 0 0 0,0 1 0 0 0,-1 0 0 0 0,1-1 1 0 0,-2 2-1 0 0,6 5 0 0 0,2 2 674 0 0,-3 1 0 0 0,2 1 1 0 0,-1-1-1 0 0,-1 1 0 0 0,-1 1 0 0 0,9 25 1 0 0,-14-33-728 0 0,1 0 1 0 0,-1 1 0 0 0,1-1 0 0 0,-2 1 0 0 0,0 0 0 0 0,0 0 0 0 0,0-1 0 0 0,0 1 0 0 0,-1-1 0 0 0,0 1 0 0 0,0-1-1 0 0,-1 2 1 0 0,1-2 0 0 0,-2 0 0 0 0,1 0 0 0 0,0 0 0 0 0,-6 8 0 0 0,4-8-105 0 0,2-1 0 0 0,-2 0 0 0 0,1 0 0 0 0,-1-1 0 0 0,-1 1 0 0 0,2-1 0 0 0,-2 1-1 0 0,0-2 1 0 0,1 1 0 0 0,-1-1 0 0 0,0 1 0 0 0,-1-2 0 0 0,1 2 0 0 0,0-1 0 0 0,0-2 0 0 0,-9 4 0 0 0,9-4-952 0 0,-1 0 0 0 0,0 0 0 0 0,0-1 1 0 0,0 1-1 0 0,0-1 0 0 0,-7-1 0 0 0,-4-1-5856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5:48:0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48 152 3455 0 0,'-7'-121'376'0'0,"7"120"-346"0"0,0-1-1 0 0,0 2 0 0 0,0-2 0 0 0,0 1 0 0 0,0-1 0 0 0,0 0 0 0 0,0 1 0 0 0,-1 0 0 0 0,1 0 1 0 0,-1-1-1 0 0,0 1 0 0 0,1 0 0 0 0,-1 0 0 0 0,0 0 0 0 0,0 0 0 0 0,1-1 0 0 0,-1 1 0 0 0,0 0 1 0 0,0 0-1 0 0,-1 0 0 0 0,1 1 0 0 0,1-1 0 0 0,-3-1 0 0 0,2 2 97 0 0,1 0 1 0 0,-1-1-1 0 0,1 1 0 0 0,-1 0 1 0 0,0 0-1 0 0,1 0 0 0 0,0 0 1 0 0,0 0-1 0 0,-1 0 0 0 0,0 0 1 0 0,1 0-1 0 0,-1 0 0 0 0,0 0 1 0 0,1 0-1 0 0,-1 0 0 0 0,0 0 1 0 0,1 0-1 0 0,0 1 0 0 0,0-1 1 0 0,-1 0-1 0 0,1 0 0 0 0,-2 1 0 0 0,1 0 193 0 0,0 0-1 0 0,0-1 0 0 0,1 1 0 0 0,-1 0 0 0 0,1 0 0 0 0,-1 1 0 0 0,0-1 0 0 0,0 0 1 0 0,1 0-1 0 0,-1-1 0 0 0,1 2 0 0 0,-1-1 0 0 0,1 0 0 0 0,-1 2 0 0 0,0 7-16 0 0,0 0-1 0 0,1 0 0 0 0,-1 0 1 0 0,2 0-1 0 0,1 12 0 0 0,0 14-2255 0 0,-2-29-2428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13.7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152 1 0 0,'-151'0'0'0,"259"0"0"0,-43 0 0 0,20 0 0 0,12 0 0 0,-10 0 0 0,2 0 0 0,4 0 0 0,7 0 0 0,13 0 0 0,17 0 0 0,83 0 0 0,5291 0 0 0,-5425 0 0 0,34 0 0 0,4 0 0 0,-6 0 0 0,-7 0 0 0,-15 0 0 0,-14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18.7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 0 0,'0'4985'0'0,"0"-1988"0"0,0-1002 0 0,0-1904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2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 1999 0 0,'-2'-1'0'0'0,"1"-2"0"0"0,-1-2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28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78 2503 0 0,'-2'-2'454'0'0,"1"0"-1"0"0,0 0 0 0 0,0 0 0 0 0,0 0 1 0 0,1 0-1 0 0,-1 0 0 0 0,0 0 0 0 0,1 0 1 0 0,-1 0-1 0 0,1 0 0 0 0,0-1 0 0 0,0 1 1 0 0,0 0-1 0 0,0-3 0 0 0,7 30 5194 0 0,-3-10-4611 0 0,40 111 872 0 0,-2-6-1914 0 0,59 220 1246 0 0,-12-33-588 0 0,4 15 24 0 0,-44-183-569 0 0,56 268 0 0 0,-82-294 310 0 0,58 169 0 0 0,-69-248-416 0 0,66 213 62 0 0,-58-175-63 0 0,3-1 0 0 0,51 105 0 0 0,-46-108 0 0 0,36 129 0 0 0,-45-131 0 0 0,2-1 0 0 0,43 92 0 0 0,51 46 0 0 0,-12-20 0 0 0,232 348-119 0 0,-266-430 110 0 0,-18-34 30 0 0,2-3 1 0 0,79 73-1 0 0,-129-134-21 0 0,28 26 0 0 0,1-2 0 0 0,2-1 0 0 0,43 26 0 0 0,116 56 0 0 0,-157-89 0 0 0,27 15 0 0 0,-1 0 0 0 0,118 47 0 0 0,-158-73-5 0 0,0-2 0 0 0,1-1-1 0 0,0 0 1 0 0,0-2 0 0 0,0-1-1 0 0,0-1 1 0 0,0 0 0 0 0,1-2-1 0 0,-1-1 1 0 0,0-1 0 0 0,26-6-1 0 0,121-36 6 0 0,-146 36 0 0 0,-1-1 0 0 0,0 0 0 0 0,-1-2 0 0 0,0-1 0 0 0,20-15 0 0 0,169-155-57 0 0,-159 134 50 0 0,18-12 7 0 0,-34 31 0 0 0,-2-1 0 0 0,51-60 0 0 0,-17 3 0 0 0,-5-3 0 0 0,-4-2 0 0 0,70-150 0 0 0,20-122 0 0 0,-81 182 0 0 0,130-411 0 0 0,-33-9 64 0 0,-73 223-64 0 0,-73 295 0 0 0,100-407 64 0 0,-52 236-64 0 0,21-101 0 0 0,-37 155-4 0 0,1-10 62 0 0,-47 180-40 0 0,2 1 1 0 0,2-1 0 0 0,24-57-1 0 0,-25 74-35 0 0,2 0 0 0 0,17-22 0 0 0,3-3-22 0 0,-30 40 14 0 0,0 0 0 0 0,0 0 0 0 0,0 0 0 0 0,0 0 1 0 0,0 0-1 0 0,1 0 0 0 0,-1 0 0 0 0,0 0 1 0 0,0 0-1 0 0,0 0 0 0 0,0 0 0 0 0,0 0 0 0 0,0 0 1 0 0,0 0-1 0 0,0 0 0 0 0,0 0 0 0 0,0 0 1 0 0,0 0-1 0 0,0 0 0 0 0,0 0 0 0 0,0 0 0 0 0,1 0 1 0 0,-1 0-1 0 0,0 0 0 0 0,0 0 0 0 0,0 0 1 0 0,0 0-1 0 0,0 0 0 0 0,0 0 0 0 0,0 0 0 0 0,0 0 1 0 0,0 0-1 0 0,0 0 0 0 0,0 0 0 0 0,0 0 1 0 0,0 0-1 0 0,0 0 0 0 0,0 0 0 0 0,0 0 1 0 0,1 0-1 0 0,-1 0 0 0 0,0 0 0 0 0,0 0 0 0 0,0 0 1 0 0,0 0-1 0 0,0 0 0 0 0,0 1 0 0 0,0-1 1 0 0,0 0-1 0 0,0 0 0 0 0,0 0 0 0 0,0 0 0 0 0,0 0 1 0 0,0 0-1 0 0,0 0 0 0 0,0 0 0 0 0,0 0 1 0 0,0 0-1 0 0,0 0 0 0 0,0 0 0 0 0,0 1 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58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20 160 3679 0 0,'-1'0'87'0'0,"1"0"-1"0"0,-1 0 0 0 0,1 0 0 0 0,-1 1 0 0 0,1-1 1 0 0,-1 0-1 0 0,1 0 0 0 0,0 0 0 0 0,-1 0 0 0 0,1 0 0 0 0,-1 0 1 0 0,1 0-1 0 0,-1 0 0 0 0,1-1 0 0 0,-1 1 0 0 0,1 0 0 0 0,0 0 1 0 0,-1 0-1 0 0,1 0 0 0 0,-1-1 0 0 0,1 1 0 0 0,0 0 1 0 0,-1 0-1 0 0,1-1 0 0 0,-1 1 0 0 0,1 0 0 0 0,0 0 0 0 0,-1-1 1 0 0,-5-16 1901 0 0,6-25 548 0 0,0 33-2080 0 0,0-5 329 0 0,0-18 6622 0 0,1 32-7261 0 0,0 1-1 0 0,-1-1 0 0 0,1 1 1 0 0,0 0-1 0 0,-1-1 0 0 0,1 1 1 0 0,0-1-1 0 0,-1 1 0 0 0,1 0 1 0 0,-1 0-1 0 0,1-1 0 0 0,-1 1 1 0 0,0 0-1 0 0,1 0 1 0 0,-1 0-1 0 0,0-1 0 0 0,1 1 1 0 0,-1 2-1 0 0,5 15-122 0 0,0 12 76 0 0,-2 1-1 0 0,-2 0 0 0 0,0 0 0 0 0,-8 58 0 0 0,0 24 146 0 0,7-108-238 0 0,1-1 0 0 0,-1 1 0 0 0,1-1 0 0 0,0 0 0 0 0,0 1 0 0 0,0-1 0 0 0,0 0 0 0 0,3 4 0 0 0,-4-7-5 0 0,0 0 1 0 0,1-1-1 0 0,-1 1 0 0 0,1 0 1 0 0,-1-1-1 0 0,0 1 0 0 0,1-1 1 0 0,0 1-1 0 0,-1 0 0 0 0,1-1 1 0 0,-1 1-1 0 0,1-1 1 0 0,0 0-1 0 0,-1 1 0 0 0,1-1 1 0 0,0 1-1 0 0,-1-1 0 0 0,1 0 1 0 0,0 0-1 0 0,0 1 0 0 0,1-1-1 0 0,-1 0 0 0 0,0-1 0 0 0,0 1 0 0 0,0 0 0 0 0,0 0 0 0 0,0-1 0 0 0,0 1 0 0 0,0 0-1 0 0,0-1 1 0 0,0 1 0 0 0,0-1 0 0 0,0 0 0 0 0,-1 1 0 0 0,1-1 0 0 0,0 0 0 0 0,0 1-1 0 0,0-1 1 0 0,-1 0 0 0 0,2-1 0 0 0,13-18 20 0 0,0 0 0 0 0,-2-1 0 0 0,20-39-1 0 0,2-5-243 0 0,-34 63 218 0 0,2-3-29 0 0,0-1 0 0 0,1 1 1 0 0,0 0-1 0 0,0 0 0 0 0,0 0 1 0 0,6-5-1 0 0,-9 10 29 0 0,-1-1-1 0 0,1 1 1 0 0,0-1-1 0 0,0 1 1 0 0,0-1 0 0 0,0 1-1 0 0,0 0 1 0 0,0-1-1 0 0,0 1 1 0 0,-1 0 0 0 0,1 0-1 0 0,0-1 1 0 0,0 1-1 0 0,0 0 1 0 0,0 0 0 0 0,0 0-1 0 0,0 0 1 0 0,2 1-1 0 0,-1-1 4 0 0,-1 1-1 0 0,1 0 1 0 0,-1 0-1 0 0,0-1 1 0 0,1 1-1 0 0,-1 0 1 0 0,1 0 0 0 0,-1 0-1 0 0,0 1 1 0 0,0-1-1 0 0,0 0 1 0 0,0 0-1 0 0,0 1 1 0 0,2 2-1 0 0,17 32 18 0 0,-1 1-1 0 0,-2 1 1 0 0,12 40-1 0 0,-5-13-3 0 0,-10-24 41 0 0,-10-28-14 0 0,0-1 1 0 0,1 1-1 0 0,0-1 0 0 0,0 0 0 0 0,2 0 0 0 0,-1-1 0 0 0,1 0 0 0 0,10 12 1 0 0,-16-22-21 0 0,0-1 1 0 0,0 1 0 0 0,0 0 0 0 0,0 0 0 0 0,0 0 0 0 0,1 0 0 0 0,-1-1 0 0 0,0 1 0 0 0,0-1 0 0 0,1 1 0 0 0,-1-1 0 0 0,0 1 0 0 0,1-1 0 0 0,-1 0 0 0 0,0 1 0 0 0,1-1 0 0 0,-1 0 0 0 0,1 0 0 0 0,-1 0 0 0 0,2 0 0 0 0,0-1 7 0 0,0 0 0 0 0,0 0-1 0 0,-1 0 1 0 0,1 0 0 0 0,0 0 0 0 0,-1 0 0 0 0,1-1-1 0 0,-1 1 1 0 0,4-4 0 0 0,2-2 42 0 0,0 0 0 0 0,-1-1 0 0 0,0 0 0 0 0,8-12-1 0 0,-1 0-3 0 0,-1 0-1 0 0,-2-1 0 0 0,0-1 1 0 0,-1 0-1 0 0,-1 0 0 0 0,-1-1 1 0 0,-1 0-1 0 0,-1 0 0 0 0,-1-1 1 0 0,-1 0-1 0 0,-1 0 0 0 0,-1 0 1 0 0,-1 0-1 0 0,-4-46 0 0 0,0 58-189 0 0,-1-1-1 0 0,0 1 0 0 0,0 0 1 0 0,-1 0-1 0 0,-1 0 0 0 0,0 1 1 0 0,0 0-1 0 0,-1 0 1 0 0,-1 0-1 0 0,0 1 0 0 0,0 0 1 0 0,-1 1-1 0 0,0 0 1 0 0,-1 0-1 0 0,1 1 0 0 0,-22-13 1 0 0,13 12-7976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2:59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70 2015 0 0,'0'-2'8'0'0,"0"1"-1"0"0,0-1 0 0 0,0 1 0 0 0,0-1 1 0 0,0 1-1 0 0,0-1 0 0 0,1 1 0 0 0,-1 0 0 0 0,1-1 1 0 0,-1 1-1 0 0,1-1 0 0 0,-1 1 0 0 0,1 0 0 0 0,0-1 1 0 0,0 1-1 0 0,0 0 0 0 0,-1 0 0 0 0,1 0 0 0 0,0 0 1 0 0,1-1-1 0 0,-1 1 0 0 0,0 1 0 0 0,0-1 0 0 0,2-1 1 0 0,-2 1-9 0 0,1 0 1 0 0,-1 0-1 0 0,0-1 1 0 0,1 1 0 0 0,-1 0-1 0 0,0-1 1 0 0,0 1-1 0 0,1-1 1 0 0,0-2-1 0 0,-2 4 1 0 0,1-1 0 0 0,-1 1 0 0 0,1-1 0 0 0,-1 1 0 0 0,1 0 0 0 0,-1-1 0 0 0,1 1 0 0 0,-1 0 0 0 0,1-1 0 0 0,-1 1 0 0 0,1 0 0 0 0,-1-1 0 0 0,1 1 0 0 0,0 0 0 0 0,-1 0 0 0 0,1 0 0 0 0,-1 0 0 0 0,1-1 0 0 0,0 1 0 0 0,-1 0 0 0 0,1 0 0 0 0,0 0 0 0 0,-1 0 0 0 0,1 1 0 0 0,-1-1 0 0 0,1 0 0 0 0,0 0 0 0 0,-1 0 0 0 0,1 0 0 0 0,0 1 0 0 0,-1-1 0 0 0,1 0 0 0 0,-1 1 0 0 0,0-1 0 0 0,1 0 0 0 0,-1 0 0 0 0,1 0 0 0 0,-1 0 0 0 0,0 0 0 0 0,1 1 0 0 0,-1-1 0 0 0,1 0 0 0 0,-1 0 0 0 0,0 0 0 0 0,1 0 0 0 0,-1 0 0 0 0,1 0 0 0 0,-1 0 0 0 0,0 0 0 0 0,1 0 0 0 0,-1-1 0 0 0,1 1 0 0 0,-1 0 0 0 0,0 0 0 0 0,1 0 0 0 0,-1 0 0 0 0,0-1 0 0 0,1 1 0 0 0,-1 0 0 0 0,0 0 0 0 0,1 0 0 0 0,-1-1 0 0 0,0 1 0 0 0,1 0 0 0 0,-1-1 0 0 0,0 1 0 0 0,0 0 0 0 0,1-1 0 0 0,-1 1 0 0 0,0 0 0 0 0,0-1 0 0 0,0 1 0 0 0,0 0 0 0 0,1-1 0 0 0,-1 1 0 0 0,0-1 0 0 0,0 1 0 0 0,0 0 0 0 0,0-1 0 0 0,0 1 0 0 0,0-1 0 0 0,-3-4 0 0 0,0 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0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14 2015 0 0,'-1'0'147'0'0,"0"0"-147"0"0,0 0-1 0 0,0 0 0 0 0,0 0 1 0 0,0 0-1 0 0,0-1 1 0 0,1 1-1 0 0,-1 0 1 0 0,0 0-1 0 0,0-1 0 0 0,0 1 1 0 0,1 0-1 0 0,-1-1 1 0 0,0 1-1 0 0,0-1 1 0 0,1 1-1 0 0,-2-1 0 0 0,1 0-117 0 0,1 5-33 0 0,0-1 83 0 0,0-4 45 0 0,0 1-1 0 0,1-1 1 0 0,-1 0-1 0 0,0 0 0 0 0,0 1 1 0 0,1-1-1 0 0,-1 0 1 0 0,1 1-1 0 0,-1-1 0 0 0,1 0 1 0 0,-1 1-1 0 0,1-1 1 0 0,-1 0-1 0 0,1 1 0 0 0,0-1 1 0 0,-1 1-1 0 0,1-1 1 0 0,0 1-1 0 0,0-1 0 0 0,-1 0 24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1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0 1 1919 0 0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1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 2303 0 0,'-6'-2'8732'0'0,"15"4"-4060"0"0,-5-1-4213 0 0,1 1-1 0 0,-1-1 1 0 0,1 0 0 0 0,-1-1-1 0 0,1 1 1 0 0,0-1-1 0 0,-1 0 1 0 0,1 0-1 0 0,-1 0 1 0 0,7-1-1 0 0,14 0 253 0 0,36 2 146 0 0,-40-2-784 0 0,0 2-1 0 0,1 0 1 0 0,35 7 0 0 0,-57-8-177 0 0,0 0 0 0 0,1 0 1 0 0,-1 0-1 0 0,0 0 0 0 0,0 0 1 0 0,0 0-1 0 0,1 0 0 0 0,-1 0 1 0 0,0 0-1 0 0,0 0 0 0 0,0 0 1 0 0,1 1-1 0 0,-1-1 0 0 0,0 0 1 0 0,0 0-1 0 0,0 0 0 0 0,0 0 1 0 0,1 0-1 0 0,-1 0 0 0 0,0 1 1 0 0,0-1-1 0 0,0 0 0 0 0,0 0 1 0 0,0 0-1 0 0,0 0 0 0 0,1 1 1 0 0,-1-1-1 0 0,0 0 0 0 0,0 0 1 0 0,0 0-1 0 0,0 1 0 0 0,0-1 1 0 0,0 0-1 0 0,0 0 0 0 0,0 0 1 0 0,0 1-1 0 0,0-1 0 0 0,0 0 1 0 0,0 0-1 0 0,0 0 0 0 0,0 1 1 0 0,0-1-1 0 0,0 0 0 0 0,0 0 1 0 0,0 0-1 0 0,0 1 0 0 0,0-1 1 0 0,-1 0-1 0 0</inkml:trace>
  <inkml:trace contextRef="#ctx0" brushRef="#br0" timeOffset="1">24 170 4143 0 0,'-1'0'126'0'0,"1"0"0"0"0,0 0 0 0 0,-1 0 0 0 0,1 1 0 0 0,0-1 0 0 0,0 0 0 0 0,-1 0 0 0 0,1 0 0 0 0,0 1 0 0 0,0-1 0 0 0,-1 0 0 0 0,1 1 0 0 0,0-1 0 0 0,0 0-1 0 0,0 0 1 0 0,-1 1 0 0 0,1-1 0 0 0,0 0 0 0 0,0 1 0 0 0,0-1 0 0 0,0 0 0 0 0,0 1 0 0 0,0-1 0 0 0,0 1 0 0 0,0-1 0 0 0,0 0 0 0 0,0 1 0 0 0,0-1 0 0 0,0 0 0 0 0,0 1-1 0 0,0-1 1 0 0,0 0 0 0 0,0 1 0 0 0,0-1 0 0 0,0 0 0 0 0,0 1 0 0 0,1-1 0 0 0,-1 0 0 0 0,0 1 0 0 0,0-1 0 0 0,0 0 0 0 0,1 1 0 0 0,18 12 3284 0 0,-13-10-2492 0 0,0 0 1 0 0,0-1 0 0 0,1 0-1 0 0,-1 0 1 0 0,12 1 0 0 0,-8-3-613 0 0,0 1 1 0 0,0 0 0 0 0,14 4 0 0 0,-14-2-12 0 0,1-1 0 0 0,0-1 0 0 0,16 1 1 0 0,-7-2 232 0 0,-1-1 0 0 0,29-6 1 0 0,-39 5-467 0 0,0 0-1 0 0,0 0 1 0 0,0-1 0 0 0,-1 0-1 0 0,1-1 1 0 0,-1 0 0 0 0,12-7-1 0 0,-8-3-3145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2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77 455 0 0,'11'-20'1653'0'0,"-6"11"152"0"0,0 1 1 0 0,-1-1 0 0 0,5-16-1 0 0,-8 25-1727 0 0,-1 0 0 0 0,0 0-1 0 0,0 0 1 0 0,0 0 0 0 0,0 0-1 0 0,0-1 1 0 0,0 1 0 0 0,0 0 0 0 0,0 0-1 0 0,0 0 1 0 0,0 0 0 0 0,0-1 0 0 0,0 1-1 0 0,0 0 1 0 0,0 0 0 0 0,0 0 0 0 0,0 0-1 0 0,0-1 1 0 0,0 1 0 0 0,0 0 0 0 0,0 0-1 0 0,0 0 1 0 0,0 0 0 0 0,0 0-1 0 0,0-1 1 0 0,0 1 0 0 0,0 0 0 0 0,0 0-1 0 0,0 0 1 0 0,0 0 0 0 0,0-1 0 0 0,0 1-1 0 0,-1 0 1 0 0,1 0 0 0 0,0 0 0 0 0,0 0-1 0 0,0 0 1 0 0,0 0 0 0 0,0 0 0 0 0,0 0-1 0 0,-1-1 1 0 0,1 1 0 0 0,0 0-1 0 0,-8 4 2117 0 0,-7 10-361 0 0,0 6-1633 0 0,1 0 0 0 0,1 1 0 0 0,1 1 1 0 0,1 0-1 0 0,1 1 0 0 0,1 0 1 0 0,1 0-1 0 0,-5 26 0 0 0,8-23 15 0 0,2-1 1 0 0,1 1-1 0 0,1-1 0 0 0,5 51 0 0 0,-3-70-142 0 0,-1 1 0 0 0,2-1 0 0 0,-1 1-1 0 0,1-1 1 0 0,4 11 0 0 0,-2-4 9 0 0,-3-8-32 0 0,1 0 0 0 0,-1 0 1 0 0,1 1-1 0 0,0-1 0 0 0,0 0 0 0 0,0-1 1 0 0,6 9-1 0 0,-2-3 29 0 0,-2 0 157 0 0,8 1-17 0 0,32 36-10 0 0,-33-35-1 0 0,2-6-20 0 0,40 22-84 0 0,-28-18-30 0 0,36 5 0 0 0,-37-8-82 0 0,-16-5-73 0 0,0 0-1 0 0,0-1 1 0 0,0 0-1 0 0,0 0 0 0 0,14 0 1 0 0,-22-1 40 0 0,1 0-43 0 0,0 0-1 0 0,-1 0 1 0 0,1 0 0 0 0,0 0-1 0 0,-1 0 1 0 0,1 0 0 0 0,0 0-1 0 0,-1 0 1 0 0,1-1 0 0 0,-1 1-1 0 0,1 0 1 0 0,0 0 0 0 0,-1 0-1 0 0,1-1 1 0 0,-1 1 0 0 0,1 0 0 0 0,0-1-1 0 0,-1-2-995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2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191 241 5527 0 0,'0'0'423'0'0,"20"-27"4196"0"0,-17 23-4320 0 0,-1 0 1 0 0,-1-1-1 0 0,1 1 1 0 0,-1 0-1 0 0,0-1 1 0 0,0 1 0 0 0,0-1-1 0 0,0 0 1 0 0,-1 1-1 0 0,0-1 1 0 0,0 0-1 0 0,0 1 1 0 0,-1-1-1 0 0,1 0 1 0 0,-1 1-1 0 0,0-1 1 0 0,0 1 0 0 0,-1-1-1 0 0,1 1 1 0 0,-1 0-1 0 0,0 0 1 0 0,-3-5-1 0 0,-1-2-68 0 0,0 1-1 0 0,-1-1 1 0 0,0 1 0 0 0,0 0-1 0 0,-1 1 1 0 0,-1 0 0 0 0,-11-10-1 0 0,18 17-236 0 0,0 0-1 0 0,0 1 0 0 0,0-1 0 0 0,0 1 1 0 0,0-1-1 0 0,-1 1 0 0 0,1 0 1 0 0,0 0-1 0 0,-1 0 0 0 0,1 0 0 0 0,-1 0 1 0 0,1 1-1 0 0,-1-1 0 0 0,1 1 1 0 0,-1 0-1 0 0,1-1 0 0 0,-1 1 1 0 0,0 0-1 0 0,1 1 0 0 0,-1-1 0 0 0,1 0 1 0 0,-1 1-1 0 0,0-1 0 0 0,1 1 1 0 0,-1 0-1 0 0,-4 2 0 0 0,4-1-4 0 0,-1 1-1 0 0,0 0 1 0 0,1 0 0 0 0,0 0-1 0 0,-1 1 1 0 0,1-1-1 0 0,0 1 1 0 0,1-1 0 0 0,-1 1-1 0 0,1 0 1 0 0,0 0-1 0 0,0 0 1 0 0,0 0 0 0 0,-2 8-1 0 0,-3 10 59 0 0,2-1-1 0 0,1 1 1 0 0,1 0-1 0 0,0 1 1 0 0,2-1-1 0 0,0 1 1 0 0,2-1 0 0 0,1 0-1 0 0,0 1 1 0 0,8 30-1 0 0,-9-50-22 0 0,0 0-1 0 0,-1 0 1 0 0,1 0 0 0 0,1 0-1 0 0,-1 0 1 0 0,0 0-1 0 0,1 0 1 0 0,0 0-1 0 0,-1-1 1 0 0,1 1 0 0 0,0 0-1 0 0,1-1 1 0 0,-1 0-1 0 0,0 1 1 0 0,1-1 0 0 0,-1 0-1 0 0,5 2 1 0 0,-5-3-1 0 0,0 0 0 0 0,1 0 0 0 0,-1-1 0 0 0,0 1 0 0 0,0-1 0 0 0,0 0 0 0 0,1 0 0 0 0,-1 0 0 0 0,0 0 0 0 0,0 0 0 0 0,1 0 0 0 0,-1 0 0 0 0,0-1 1 0 0,0 1-1 0 0,1-1 0 0 0,-1 0 0 0 0,0 1 0 0 0,0-1 0 0 0,0 0 0 0 0,0 0 0 0 0,0 0 0 0 0,0-1 0 0 0,0 1 0 0 0,-1 0 0 0 0,4-3 0 0 0,2-3-5 0 0,1-1-1 0 0,-1 1 1 0 0,-1-1-1 0 0,1 0 1 0 0,-2-1-1 0 0,1 1 1 0 0,-1-1-1 0 0,6-12 1 0 0,2-12-676 0 0,10-37 0 0 0,-10 30-196 0 0,-7 73 1402 0 0,1 63 812 0 0,9 71-1048 0 0,-9-140-366 0 0,-6-25-46 0 0,-1-1 0 0 0,0 0-1 0 0,1 0 1 0 0,0 0-1 0 0,-1 0 1 0 0,1 0-1 0 0,0 0 1 0 0,-1 0-1 0 0,1 0 1 0 0,0 0-1 0 0,0-1 1 0 0,0 1-1 0 0,0 0 1 0 0,0 0-1 0 0,0-1 1 0 0,0 1 0 0 0,0 0-1 0 0,0-1 1 0 0,0 1-1 0 0,0-1 1 0 0,2 1-1 0 0,2-1-1275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3.2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100 1 7367 0 0,'1'0'469'0'0,"0"0"-1"0"0,0 0 1 0 0,0 0-1 0 0,0 1 1 0 0,-1-1-1 0 0,1 0 0 0 0,0 1 1 0 0,0-1-1 0 0,0 0 1 0 0,-1 1-1 0 0,1-1 0 0 0,0 1 1 0 0,0-1-1 0 0,-1 1 1 0 0,1-1-1 0 0,0 1 1 0 0,0 1-1 0 0,10 16 3328 0 0,-9-14-3461 0 0,-1 1 0 0 0,0-1-1 0 0,1 1 1 0 0,-2-1 0 0 0,1 1-1 0 0,0 8 1 0 0,-2-2-276 0 0,-1 0 0 0 0,0 0 0 0 0,-1 0 0 0 0,-1 0 0 0 0,1-1 0 0 0,-2 1 0 0 0,1-1 0 0 0,-1 0-1 0 0,-1 0 1 0 0,-7 9 0 0 0,8-11-410 0 0,-2 0 1 0 0,1 0-1 0 0,-1-1 0 0 0,0 0 0 0 0,0 0 0 0 0,-16 10 0 0 0,12-10-1789 0 0,-2-4-4491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3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37 6911 0 0,'0'-3'363'0'0,"1"1"0"0"0,0-1 0 0 0,0 1 0 0 0,0 0 0 0 0,1-1-1 0 0,-1 1 1 0 0,1 0 0 0 0,-1 0 0 0 0,1 0 0 0 0,-1 0-1 0 0,1 0 1 0 0,4-3 0 0 0,-6 5-232 0 0,1-1 1 0 0,-1 1-1 0 0,1-1 0 0 0,-1 1 0 0 0,1 0 1 0 0,0-1-1 0 0,-1 1 0 0 0,1 0 1 0 0,-1 0-1 0 0,1-1 0 0 0,0 1 0 0 0,-1 0 1 0 0,1 0-1 0 0,0 0 0 0 0,-1 0 0 0 0,1 0 1 0 0,0 0-1 0 0,-1 0 0 0 0,1 0 0 0 0,0 0 1 0 0,-1 0-1 0 0,1 0 0 0 0,0 0 1 0 0,-1 1-1 0 0,1-1 0 0 0,-1 0 0 0 0,1 0 1 0 0,0 1-1 0 0,-1-1 0 0 0,1 0 0 0 0,-1 1 1 0 0,1-1-1 0 0,-1 1 0 0 0,1-1 0 0 0,-1 0 1 0 0,1 1-1 0 0,-1-1 0 0 0,1 1 1 0 0,-1 0-1 0 0,0-1 0 0 0,1 1 0 0 0,-1-1 1 0 0,0 1-1 0 0,1-1 0 0 0,-1 1 0 0 0,0 0 1 0 0,0-1-1 0 0,0 1 0 0 0,1 0 0 0 0,-1-1 1 0 0,0 1-1 0 0,0 0 0 0 0,0 0 1 0 0,2 11 302 0 0,0 1 0 0 0,0-1 1 0 0,-1 0-1 0 0,-1 0 0 0 0,-1 20 0 0 0,-13 65-176 0 0,7-55-55 0 0,-61 290-893 0 0,65-318 463 0 0,3-11 115 0 0,0 0 1 0 0,-1 0-1 0 0,1 0 0 0 0,-1-1 0 0 0,0 1 0 0 0,0 0 0 0 0,0 0 0 0 0,0 0 0 0 0,-1-1 0 0 0,-1 4 0 0 0,1-33-1956 0 0,6 11 1360 0 0,1 0 1 0 0,1 0-1 0 0,1 1 0 0 0,0 0 0 0 0,15-24 1 0 0,-10 20 276 0 0,-9 13 350 0 0,1 0-1 0 0,0 0 1 0 0,0 1-1 0 0,0 0 1 0 0,0-1-1 0 0,1 2 1 0 0,0-1 0 0 0,0 0-1 0 0,8-4 1 0 0,-10 7 261 0 0,0 0 0 0 0,1 0 0 0 0,-1 1 0 0 0,0 0 0 0 0,1-1 0 0 0,-1 1 0 0 0,1 0-1 0 0,0 1 1 0 0,-1-1 0 0 0,1 1 0 0 0,0-1 0 0 0,-1 1 0 0 0,1 0 0 0 0,-1 1 0 0 0,1-1 0 0 0,0 1 0 0 0,-1-1 0 0 0,7 3 2616 0 0,2 5-1957 0 0,34 24-107 0 0,-34-24 625 0 0,-6 2-746 0 0,21 27-259 0 0,-20-28 100 0 0,-5 0-262 0 0,0-3-165 0 0,-1-1-7 0 0,1 0 1 0 0,-1 0 0 0 0,0 0-1 0 0,0 1 1 0 0,-1-1 0 0 0,1 0-1 0 0,-1 1 1 0 0,0-1 0 0 0,-1 0-1 0 0,1 0 1 0 0,-1 1 0 0 0,-2 5-1 0 0,-2 0-9 0 0,-1 0-1 0 0,0-1 0 0 0,0 0 1 0 0,-1-1-1 0 0,-1 1 1 0 0,1-1-1 0 0,-1-1 0 0 0,-1 0 1 0 0,0 0-1 0 0,0 0 1 0 0,-1-1-1 0 0,1 0 0 0 0,-1-1 1 0 0,-1 0-1 0 0,1-1 0 0 0,-1 0 1 0 0,0-1-1 0 0,-1 0 1 0 0,1 0-1 0 0,0-2 0 0 0,-1 1 1 0 0,0-1-1 0 0,1-1 1 0 0,-1 0-1 0 0,0-1 0 0 0,-17-1 1 0 0,23 0-302 0 0,-1-1 0 0 0,1 1-1 0 0,0-1 1 0 0,1-1 0 0 0,-9-3 0 0 0,-6-5-7375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03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 11975 0 0,'0'0'76'0'0,"2"0"129"0"0,-1 0-1 0 0,0 0 0 0 0,1 0 0 0 0,-1 0 0 0 0,0 0 0 0 0,1 1 1 0 0,-1-1-1 0 0,0 0 0 0 0,0 1 0 0 0,1-1 0 0 0,-1 1 0 0 0,0-1 0 0 0,0 1 1 0 0,0 0-1 0 0,0 0 0 0 0,0-1 0 0 0,0 1 0 0 0,0 0 0 0 0,0 0 1 0 0,0 0-1 0 0,1 1 0 0 0,13 10 3283 0 0,37 30-2631 0 0,-39-31-88 0 0,-3 0-343 0 0,30 33-148 0 0,-30-32-27 0 0,-4 0-32 0 0,19 37-95 0 0,-19-36-40 0 0,-6-5-59 0 0,0 0 0 0 0,1 0 1 0 0,1 1-1 0 0,1 7 0 0 0,-1-9-19 0 0,-1 0 0 0 0,0 0 0 0 0,0 0 0 0 0,0 0 0 0 0,-1 0 0 0 0,0 1 0 0 0,-2 7 0 0 0,-1 10 18 0 0,-2 0-1 0 0,-1-1 1 0 0,-2 0 0 0 0,0 0-1 0 0,-1 0 1 0 0,-1-1 0 0 0,-20 33-1 0 0,-6 0-164 0 0,-68 84-1 0 0,14-41-876 0 0,40-50-10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2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59 1375 0 0,'-14'-25'4760'0'0,"12"22"-4214"0"0,0 0-1 0 0,0 1 0 0 0,0 0 1 0 0,-1-1-1 0 0,1 1 0 0 0,0 0 1 0 0,-1 0-1 0 0,0 0 0 0 0,1 0 1 0 0,-1 1-1 0 0,0-1 0 0 0,0 1 1 0 0,0 0-1 0 0,0 0 0 0 0,0 0 1 0 0,0 0-1 0 0,-6-1 0 0 0,12 8 3747 0 0,13 7-2701 0 0,7 0-714 0 0,-21-12-358 0 0,9 4-406 0 0,33 16-6 0 0,-33-16 50 0 0,-1 1-85 0 0,33 19 4 0 0,-22-10 16 0 0,20 21 0 0 0,-23-17-28 0 0,20 29-52 0 0,-27-34 36 0 0,-9-11 28 0 0,1 0 1 0 0,-1 0-1 0 0,1 1 0 0 0,-1 0 0 0 0,0-1 0 0 0,0 1 0 0 0,-1 0 0 0 0,1 0 0 0 0,-1 0 0 0 0,1 4 0 0 0,-1-6-5 0 0,-1-1 0 0 0,0 1 0 0 0,1 0 0 0 0,-1-1-1 0 0,0 1 1 0 0,0 0 0 0 0,0 0 0 0 0,0-1-1 0 0,-1 1 1 0 0,1 0 0 0 0,0-1 0 0 0,-1 1-1 0 0,0 0 1 0 0,1-1 0 0 0,-1 1 0 0 0,0-1-1 0 0,1 1 1 0 0,-1-1 0 0 0,0 1 0 0 0,-2 1 0 0 0,0 0-184 0 0,0 0 0 0 0,0-1 0 0 0,0 1 0 0 0,0-1 0 0 0,0 0 0 0 0,-1 0 0 0 0,1 0 0 0 0,0-1 0 0 0,-5 2 0 0 0,-7 2-79 0 0,0-1-1 0 0,0-1 1 0 0,-24 3-1 0 0,16-4-284 0 0,-108 18 1383 0 0,111-16-3323 0 0,1 2 0 0 0,-26 10 0 0 0,10 1-5177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5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6 169 4143 0 0,'-3'-34'5214'0'0,"1"-16"531"0"0,2 47-5371 0 0,0-1 1 0 0,1 1-1 0 0,-1 0 1 0 0,1 0 0 0 0,0-1-1 0 0,0 1 1 0 0,0 0-1 0 0,0 0 1 0 0,1 0-1 0 0,-1 0 1 0 0,1 0 0 0 0,2-3-1 0 0,-4 6-347 0 0,0 0-1 0 0,0 0 1 0 0,0 0-1 0 0,0 0 0 0 0,0 0 1 0 0,0 0-1 0 0,0 0 1 0 0,0 0-1 0 0,0 0 1 0 0,1-1-1 0 0,-1 1 1 0 0,0 0-1 0 0,0 0 1 0 0,0 0-1 0 0,0 0 0 0 0,0 0 1 0 0,0 0-1 0 0,0 0 1 0 0,0 0-1 0 0,1 0 1 0 0,-1 0-1 0 0,0 0 1 0 0,0 0-1 0 0,0 0 1 0 0,0 0-1 0 0,0 0 1 0 0,0 0-1 0 0,0 0 0 0 0,0 0 1 0 0,1 0-1 0 0,-1 0 1 0 0,0 0-1 0 0,0 0 1 0 0,0 0-1 0 0,0 0 1 0 0,0 0-1 0 0,0 0 1 0 0,0 1-1 0 0,0-1 0 0 0,1 0 1 0 0,-1 0-1 0 0,0 0 1 0 0,0 0-1 0 0,0 0 1 0 0,0 0-1 0 0,0 0 1 0 0,0 0-1 0 0,0 0 1 0 0,0 0-1 0 0,0 1 0 0 0,0-1 1 0 0,0 0-1 0 0,0 0 1 0 0,0 0-1 0 0,4 11 514 0 0,-1 11-155 0 0,0 60 315 0 0,-3-52-451 0 0,6 51-1 0 0,-6-80-244 0 0,0 0 0 0 0,0 0-1 0 0,0 0 1 0 0,0 0-1 0 0,0 0 1 0 0,0 0-1 0 0,1 0 1 0 0,-1 0-1 0 0,0 0 1 0 0,1 0-1 0 0,-1 0 1 0 0,1 0 0 0 0,-1 0-1 0 0,1 0 1 0 0,-1 0-1 0 0,1-1 1 0 0,0 1-1 0 0,-1 0 1 0 0,1 0-1 0 0,0-1 1 0 0,0 1 0 0 0,-1 0-1 0 0,3 0 1 0 0,-2-1-6 0 0,0 0 1 0 0,0 0 0 0 0,0 0-1 0 0,0 0 1 0 0,0 0 0 0 0,0-1-1 0 0,0 1 1 0 0,0 0 0 0 0,0-1-1 0 0,0 1 1 0 0,-1-1 0 0 0,1 1-1 0 0,0-1 1 0 0,0 1 0 0 0,0-1-1 0 0,0 1 1 0 0,-1-1 0 0 0,1 0-1 0 0,1 0 1 0 0,4-7-57 0 0,0 0-1 0 0,0 1 1 0 0,7-14 0 0 0,1-5-72 0 0,14-23-200 0 0,-26 47 261 0 0,0-1 0 0 0,0 0 1 0 0,0 1-1 0 0,0-1 1 0 0,1 1-1 0 0,-1 0 0 0 0,1-1 1 0 0,0 1-1 0 0,-1 0 1 0 0,1 1-1 0 0,0-1 0 0 0,6-2 1 0 0,-8 4 44 0 0,0 0 0 0 0,0 0 1 0 0,0 0-1 0 0,0 0 0 0 0,0 0 1 0 0,0 0-1 0 0,0 0 0 0 0,0 0 0 0 0,0 0 1 0 0,0 0-1 0 0,0 1 0 0 0,0-1 0 0 0,0 1 1 0 0,0-1-1 0 0,0 0 0 0 0,0 1 1 0 0,0 0-1 0 0,0-1 0 0 0,0 1 0 0 0,-1-1 1 0 0,1 1-1 0 0,0 0 0 0 0,0 0 1 0 0,-1-1-1 0 0,1 1 0 0 0,-1 0 0 0 0,1 0 1 0 0,0 0-1 0 0,-1 0 0 0 0,0 0 0 0 0,1 1 1 0 0,14 37-69 0 0,-11-26 35 0 0,3 4 120 0 0,0 0 1 0 0,1-1-1 0 0,1 0 0 0 0,21 29 1 0 0,-27-40 20 0 0,1 0 1 0 0,0 0-1 0 0,0-1 1 0 0,0 0 0 0 0,1 1-1 0 0,-1-2 1 0 0,1 1-1 0 0,0 0 1 0 0,0-1 0 0 0,1 0-1 0 0,-1-1 1 0 0,0 1-1 0 0,1-1 1 0 0,0 0-1 0 0,0 0 1 0 0,-1 0 0 0 0,1-1-1 0 0,11 1 1 0 0,-13-2-60 0 0,-1-1 0 0 0,0 0-1 0 0,0 1 1 0 0,1-1 0 0 0,-1 0 0 0 0,0-1 0 0 0,0 1 0 0 0,0-1 0 0 0,0 1-1 0 0,0-1 1 0 0,0 0 0 0 0,-1 0 0 0 0,1 0 0 0 0,-1 0 0 0 0,1 0 0 0 0,-1-1-1 0 0,0 1 1 0 0,0-1 0 0 0,0 0 0 0 0,0 0 0 0 0,0 0 0 0 0,1-3 0 0 0,3-5 20 0 0,0-1 0 0 0,-1-1 1 0 0,0 1-1 0 0,3-15 0 0 0,-4 11-17 0 0,-1 0-1 0 0,0-1 0 0 0,-1 1 0 0 0,-1-1 0 0 0,0 1 0 0 0,-4-32 0 0 0,2 42-23 0 0,0-1-1 0 0,-1 1 1 0 0,0 0-1 0 0,0-1 1 0 0,0 1 0 0 0,-1 0-1 0 0,0 0 1 0 0,-6-10-1 0 0,7 13-10 0 0,-1 0-1 0 0,0 0 0 0 0,0 0 1 0 0,0 0-1 0 0,0 0 0 0 0,0 1 0 0 0,-1-1 1 0 0,1 1-1 0 0,-1 0 0 0 0,1 0 1 0 0,-1 0-1 0 0,0 1 0 0 0,0-1 1 0 0,0 1-1 0 0,-4-1 0 0 0,-4 0-1645 0 0,-1 2-6326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6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167 5 4143 0 0,'-1'-1'203'0'0,"1"1"0"0"0,-1-1 0 0 0,0 1 0 0 0,0-1 0 0 0,0 1 0 0 0,0 0 0 0 0,0-1 0 0 0,0 1 0 0 0,0 0-1 0 0,0 0 1 0 0,0 0 0 0 0,-1 0 0 0 0,1 0 0 0 0,0 0 0 0 0,0 0 0 0 0,0 0 0 0 0,0 0 0 0 0,0 0 0 0 0,0 1 0 0 0,0-1-1 0 0,0 0 1 0 0,0 1 0 0 0,0-1 0 0 0,0 1 0 0 0,0-1 0 0 0,0 1 0 0 0,-1 0 0 0 0,-23 19 2777 0 0,15-8-2185 0 0,1 0 0 0 0,0 0 0 0 0,1 1 0 0 0,0 0 0 0 0,-9 23 0 0 0,4-4 95 0 0,-12 46 0 0 0,22-65-860 0 0,-1 0 0 0 0,2 1-1 0 0,0-1 1 0 0,1 0 0 0 0,0 1-1 0 0,1-1 1 0 0,0 1 0 0 0,1-1-1 0 0,0 1 1 0 0,2-1 0 0 0,-1 0-1 0 0,2 0 1 0 0,-1 0 0 0 0,10 20 0 0 0,-2-15-395 0 0,0 0 1 0 0,20 24 0 0 0,-29-41 374 0 0,16 18-1690 0 0,34 25-4519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7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0 9215 0 0,'20'39'4204'0'0,"-4"-9"-2528"0"0,-1 1-1 0 0,-1 0 0 0 0,12 45 1 0 0,-21-57-1471 0 0,-2 1 0 0 0,0 0 1 0 0,-1 0-1 0 0,-1 0 1 0 0,-1 0-1 0 0,-1 0 0 0 0,-1 0 1 0 0,0 0-1 0 0,-9 31 1 0 0,-3-2-935 0 0,-3-2-1 0 0,-36 74 1 0 0,37-88-6467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8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99 919 0 0,'-1'0'67'0'0,"1"1"441"0"0,8-13 3517 0 0,3-11-3504 0 0,-10 21-268 0 0,10-29 1077 0 0,-10 29-987 0 0,0 0 0 0 0,-1 0 0 0 0,1 0 0 0 0,-1 0-1 0 0,0 0 1 0 0,0 0 0 0 0,1 0 0 0 0,-1 0 0 0 0,-1 0 0 0 0,1 0 0 0 0,0 0 0 0 0,0 0-1 0 0,-2-3 1 0 0,1 6 316 0 0,-1 1 0 0 0,1 0-1 0 0,-1 1 1 0 0,1-1 0 0 0,0 0-1 0 0,0 0 1 0 0,0 1 0 0 0,-1 3-1 0 0,-18 70 473 0 0,13-43-402 0 0,-2 0 0 0 0,-1-1 1 0 0,-19 41-1 0 0,18-50-743 0 0,-1 0-1 0 0,-1-1 1 0 0,-1-1 0 0 0,-18 22-1 0 0,32-42 11 0 0,0-1 0 0 0,-1 1 0 0 0,1-1 0 0 0,-1 1 1 0 0,1-1-1 0 0,-1 1 0 0 0,1-1 0 0 0,-1 1 0 0 0,1-1 0 0 0,-1 1 0 0 0,0-1 0 0 0,1 0 0 0 0,-1 1 0 0 0,0-1 0 0 0,1 0 1 0 0,-1 0-1 0 0,0 1 0 0 0,1-1 0 0 0,-1 0 0 0 0,0 0 0 0 0,0 0-4 0 0,1 0 1 0 0,-1-1-1 0 0,1 1 0 0 0,0 0 1 0 0,0 0-1 0 0,-1-1 0 0 0,1 1 1 0 0,0 0-1 0 0,-1-1 0 0 0,1 1 1 0 0,0 0-1 0 0,0-1 0 0 0,0 1 1 0 0,-1 0-1 0 0,1-1 0 0 0,0 1 1 0 0,0-1-1 0 0,0 1 0 0 0,0 0 1 0 0,0-1-1 0 0,0 1 0 0 0,0-1 1 0 0,0 1-1 0 0,0-1 0 0 0,2-29-374 0 0,6-3-1772 0 0,17-39-1 0 0,-13 42-4264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18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7831 0 0,'2'1'108'0'0,"-1"-1"0"0"0,1 1 0 0 0,-1-1-1 0 0,0 1 1 0 0,1 0 0 0 0,-1-1-1 0 0,0 1 1 0 0,0 0 0 0 0,0 0 0 0 0,0 0-1 0 0,1 0 1 0 0,-1 0 0 0 0,0 0-1 0 0,-1 0 1 0 0,3 3 0 0 0,10 25 3384 0 0,-4-9-526 0 0,11 23-890 0 0,33 76 2685 0 0,-22-34-4461 0 0,-15-36-2063 0 0,-8-26-5905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6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66 349 455 0 0,'-4'2'505'0'0,"0"-1"0"0"0,-1 1 0 0 0,1-1 0 0 0,0 0 0 0 0,-1-1 0 0 0,1 1-1 0 0,-1-1 1 0 0,1 0 0 0 0,-6 0 0 0 0,2 0 1180 0 0,8 0-1436 0 0,-1 1-1 0 0,0 0 1 0 0,1-1 0 0 0,-1 1 0 0 0,0 0 0 0 0,1-1 0 0 0,-1 1 0 0 0,1 0-1 0 0,0-1 1 0 0,-1 1 0 0 0,1 0 0 0 0,-1 0 0 0 0,1 0 0 0 0,0-1 0 0 0,0 1 0 0 0,-1 0-1 0 0,1 0 1 0 0,0 0 0 0 0,0 0 0 0 0,0 0 0 0 0,0 1 0 0 0,0 19 2876 0 0,3-22-2904 0 0,0 0 1 0 0,-1 0 0 0 0,1 0 0 0 0,0 0 0 0 0,0 0 0 0 0,-1-1 0 0 0,1 1-1 0 0,0-1 1 0 0,3-3 0 0 0,78-68 2026 0 0,10-7-1385 0 0,165-88-646 0 0,-228 153-786 0 0,-23 12 221 0 0,0-1 0 0 0,0 1 0 0 0,0-2 1 0 0,-1 1-1 0 0,14-11 0 0 0,-22 8-3872 0 0,-2 4 2840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7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7831 0 0,'5'0'3213'0'0,"16"0"3414"0"0,6 0-3343 0 0,1 1-3108 0 0,0 0 0 0 0,0 2 0 0 0,38 9 0 0 0,-62-11-151 0 0,1 1 0 0 0,-1-1 0 0 0,0 1 0 0 0,-1 0 0 0 0,1 0 0 0 0,0 0 0 0 0,0 0 0 0 0,-1 1 0 0 0,0-1 0 0 0,1 1 0 0 0,-1 0 0 0 0,0 0 0 0 0,0 0 0 0 0,0 0 0 0 0,-1 1 0 0 0,4 4 0 0 0,-4-4 9 0 0,0 1-1 0 0,0 0 0 0 0,-1 0 1 0 0,1 0-1 0 0,-1 0 0 0 0,0 0 1 0 0,-1 0-1 0 0,1 1 0 0 0,-1-1 1 0 0,0 0-1 0 0,-1 9 0 0 0,-1 2-2 0 0,-2 0-1 0 0,0-1 0 0 0,-1 1 1 0 0,0-1-1 0 0,-1 0 0 0 0,-1 0 1 0 0,-13 21-1 0 0,-43 56 48 0 0,7-14-3641 0 0,46-60-3464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7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1 1839 0 0,'-18'5'13160'0'0,"16"3"-12984"0"0,-10 60 4708 0 0,4 37-3289 0 0,3-32-1055 0 0,-1-16-344 0 0,-5 113 93 0 0,11-153-365 0 0,1 0 0 0 0,1 0 0 0 0,0 0-1 0 0,1-1 1 0 0,1 1 0 0 0,1-1 0 0 0,11 28 0 0 0,-13-38-280 0 0,0 0-1 0 0,1 0 1 0 0,-1 0 0 0 0,1-1 0 0 0,10 10 0 0 0,-12-12-243 0 0,1-1 0 0 0,0 1 0 0 0,-1-1 0 0 0,1 0 1 0 0,1 0-1 0 0,-1-1 0 0 0,6 3 0 0 0,1-1-5104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7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92 3223 0 0,'2'-9'-946'0'0,"6"-6"12290"0"0,-7 28-9835 0 0,0 21-486 0 0,1 0 0 0 0,2 0 0 0 0,11 42 0 0 0,-14-71-969 0 0,0 0 1 0 0,1-1-1 0 0,-1 1 0 0 0,1 0 1 0 0,0 0-1 0 0,1-1 1 0 0,-1 1-1 0 0,1-1 0 0 0,0 0 1 0 0,0 0-1 0 0,5 5 0 0 0,-6-7-7 0 0,0-1 0 0 0,0 1 0 0 0,0-1-1 0 0,0 0 1 0 0,0 0 0 0 0,0 0-1 0 0,0 0 1 0 0,0 0 0 0 0,1 0-1 0 0,-1-1 1 0 0,0 1 0 0 0,0-1-1 0 0,1 1 1 0 0,-1-1 0 0 0,0 0 0 0 0,1 0-1 0 0,-1 0 1 0 0,1 0 0 0 0,-1 0-1 0 0,0-1 1 0 0,0 1 0 0 0,1-1-1 0 0,-1 1 1 0 0,0-1 0 0 0,0 0-1 0 0,3-1 1 0 0,1-1 27 0 0,0-1 0 0 0,-1 1 1 0 0,0-1-1 0 0,0 0 0 0 0,0 0 0 0 0,0 0 0 0 0,-1-1 0 0 0,1 0 0 0 0,-1 0 0 0 0,-1 0 0 0 0,1 0 1 0 0,-1 0-1 0 0,1-1 0 0 0,-1 0 0 0 0,-1 0 0 0 0,1 1 0 0 0,-1-2 0 0 0,0 1 0 0 0,-1 0 1 0 0,1 0-1 0 0,-1 0 0 0 0,0-7 0 0 0,0 0-67 0 0,0 1 0 0 0,-1 0 0 0 0,-1 0 1 0 0,0 0-1 0 0,0 0 0 0 0,-1 0 0 0 0,-1 0 1 0 0,0 0-1 0 0,0 0 0 0 0,-10-20 0 0 0,11 29 4 0 0,1 0 0 0 0,-1 0 0 0 0,0 0-1 0 0,1 0 1 0 0,-1 0 0 0 0,-1 0 0 0 0,1 1 0 0 0,0-1 0 0 0,-1 1-1 0 0,1 0 1 0 0,-1-1 0 0 0,0 1 0 0 0,1 0 0 0 0,-1 1-1 0 0,0-1 1 0 0,0 0 0 0 0,-1 1 0 0 0,1 0 0 0 0,0 0 0 0 0,0 0-1 0 0,-1 0 1 0 0,1 0 0 0 0,0 0 0 0 0,-1 1 0 0 0,1 0-1 0 0,-1 0 1 0 0,-4 0 0 0 0,2 1-17 0 0,0 0 0 0 0,0 1 0 0 0,0 0 0 0 0,0 0 0 0 0,1 0 0 0 0,-1 0 0 0 0,1 1 0 0 0,-1 0 0 0 0,1 1 0 0 0,0-1 0 0 0,0 1 0 0 0,1 0 0 0 0,-1 0 0 0 0,-6 8 0 0 0,1-1-513 0 0,1 1 0 0 0,-14 23-1 0 0,2 7-7499 0 0,17-30 2159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8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227 99 4143 0 0,'2'-3'610'0'0,"1"1"0"0"0,-1-1 0 0 0,0 0-1 0 0,0 0 1 0 0,0 0 0 0 0,-1 0 0 0 0,1-1-1 0 0,-1 1 1 0 0,0 0 0 0 0,0-1-1 0 0,0 1 1 0 0,0-1 0 0 0,0 1 0 0 0,-1-1-1 0 0,0 1 1 0 0,1-1 0 0 0,-1 1 0 0 0,-1-5-1 0 0,1 7-440 0 0,0-1-1 0 0,-1 1 1 0 0,1-1-1 0 0,-1 0 1 0 0,1 1-1 0 0,-1-1 1 0 0,1 1-1 0 0,-1 0 0 0 0,0-1 1 0 0,0 1-1 0 0,0-1 1 0 0,0 1-1 0 0,0 0 1 0 0,0 0-1 0 0,0 0 1 0 0,0-1-1 0 0,0 1 1 0 0,0 0-1 0 0,-1 1 1 0 0,1-1-1 0 0,-1 0 0 0 0,1 0 1 0 0,0 0-1 0 0,-1 1 1 0 0,1-1-1 0 0,-1 1 1 0 0,1-1-1 0 0,-1 1 1 0 0,0 0-1 0 0,1-1 1 0 0,-1 1-1 0 0,1 0 1 0 0,-1 0-1 0 0,0 0 0 0 0,1 0 1 0 0,-1 0-1 0 0,1 1 1 0 0,-1-1-1 0 0,0 0 1 0 0,-1 2-1 0 0,-9 1-31 0 0,1 0 0 0 0,0 2-1 0 0,0-1 1 0 0,0 1 0 0 0,1 1-1 0 0,-19 12 1 0 0,-53 48-167 0 0,81-65 23 0 0,-1 1 0 0 0,0-1 0 0 0,1 0-1 0 0,-1 0 1 0 0,1 1 0 0 0,0-1 0 0 0,0 1 0 0 0,-1-1 0 0 0,1 1 0 0 0,0 0 0 0 0,0-1 0 0 0,0 1-1 0 0,0 0 1 0 0,1 0 0 0 0,-1 0 0 0 0,0 0 0 0 0,1 0 0 0 0,0 0 0 0 0,-1 0 0 0 0,1 3 0 0 0,0-3 5 0 0,1-1 0 0 0,-1 0 0 0 0,1 1 1 0 0,0-1-1 0 0,-1 1 0 0 0,1-1 1 0 0,0 0-1 0 0,0 0 0 0 0,0 1 0 0 0,0-1 1 0 0,0 0-1 0 0,0 0 0 0 0,0 0 1 0 0,0 0-1 0 0,2 1 0 0 0,3 2 3 0 0,0-1 1 0 0,1 1-1 0 0,-1-1 0 0 0,13 4 0 0 0,45 12-1 0 0,13 2 0 0 0,-17-1-11 0 0,-38-8-31 0 0,24 20 31 0 0,-43-30 11 0 0,0 0 0 0 0,-1 0 0 0 0,1 0 0 0 0,-1 0 0 0 0,1 1 0 0 0,-1-1 0 0 0,0 1 0 0 0,0 0 0 0 0,0-1 0 0 0,0 1 0 0 0,-1 0 0 0 0,1 0 0 0 0,-1 0 0 0 0,1 0 0 0 0,-1 1 0 0 0,0-1 0 0 0,0 0 0 0 0,-1 0 0 0 0,1 1 0 0 0,-1-1 0 0 0,1 0 0 0 0,-1 1 0 0 0,0-1 0 0 0,0 1 0 0 0,-1-1 0 0 0,1 0 0 0 0,-1 1 0 0 0,0-1 0 0 0,0 0 0 0 0,0 0 0 0 0,0 0 0 0 0,0 1 0 0 0,-1-1 0 0 0,-3 5 0 0 0,1 0 0 0 0,-1-1 0 0 0,0-1 0 0 0,0 1 0 0 0,-1-1 0 0 0,0 0 0 0 0,0 0 0 0 0,0-1 0 0 0,-1 1 0 0 0,0-1 0 0 0,0-1 0 0 0,-14 8 0 0 0,7-8-4 0 0,0 0 0 0 0,-1 0 0 0 0,1-2 1 0 0,-1 0-1 0 0,1 0 0 0 0,-1-1 0 0 0,0-1 0 0 0,1 0 0 0 0,-1-2 0 0 0,0 1 0 0 0,1-2 0 0 0,-1 0 0 0 0,1 0 0 0 0,-23-10 0 0 0,19 1-615 0 0,18 11 551 0 0,-1 1 1 0 0,1-1 0 0 0,0 1-1 0 0,-1-1 1 0 0,1 1-1 0 0,0-1 1 0 0,-1 0-1 0 0,1 1 1 0 0,0-1 0 0 0,0 1-1 0 0,0-1 1 0 0,0 0-1 0 0,0 1 1 0 0,-1-1-1 0 0,1 0 1 0 0,0 1-1 0 0,0-1 1 0 0,0 0 0 0 0,1 1-1 0 0,-1-1 1 0 0,0 0-1 0 0,0 1 1 0 0,0-1-1 0 0,0 0 1 0 0,1 1 0 0 0,-1-1-1 0 0,0 1 1 0 0,0-1-1 0 0,2 0 1 0 0,5-8-1304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8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230 51 11975 0 0,'1'-2'244'0'0,"-1"1"1"0"0,1-1-1 0 0,-1 1 0 0 0,0-1 0 0 0,1 1 0 0 0,-1-1 0 0 0,0 1 0 0 0,0-1 1 0 0,0 1-1 0 0,0-1 0 0 0,-1 1 0 0 0,1-1 0 0 0,0 1 0 0 0,-1-1 0 0 0,1 1 1 0 0,-1-1-1 0 0,1 1 0 0 0,-1-1 0 0 0,1 1 0 0 0,-1 0 0 0 0,0-1 0 0 0,0 1 1 0 0,0 0-1 0 0,0 0 0 0 0,0 0 0 0 0,0-1 0 0 0,0 1 0 0 0,-2-1 0 0 0,1 1-101 0 0,0 0-1 0 0,0 0 0 0 0,0 0 0 0 0,1 0 1 0 0,-1 0-1 0 0,-1 0 0 0 0,1 1 0 0 0,0-1 1 0 0,0 1-1 0 0,0 0 0 0 0,0-1 0 0 0,0 1 1 0 0,0 0-1 0 0,-1 0 0 0 0,1 0 0 0 0,0 0 1 0 0,0 1-1 0 0,0-1 0 0 0,-4 2 1 0 0,-10 5-74 0 0,0 1 0 0 0,1 1 0 0 0,0 0 0 0 0,0 1 0 0 0,1 1 0 0 0,1 0 0 0 0,-1 1 0 0 0,2 1 0 0 0,-21 24 0 0 0,24-20-46 0 0,9-16-19 0 0,0-1-1 0 0,0 1 1 0 0,0-1 0 0 0,0 1 0 0 0,0-1 0 0 0,0 1 0 0 0,0-1 0 0 0,0 1-1 0 0,0-1 1 0 0,0 1 0 0 0,0-1 0 0 0,1 0 0 0 0,-1 1 0 0 0,0-1-1 0 0,0 1 1 0 0,1-1 0 0 0,-1 1 0 0 0,0-1 0 0 0,0 0 0 0 0,1 1 0 0 0,-1-1-1 0 0,0 0 1 0 0,1 1 0 0 0,-1-1 0 0 0,1 0 0 0 0,-1 1 0 0 0,8 2 18 0 0,-1 0 1 0 0,0-1 0 0 0,1 0-1 0 0,-1 0 1 0 0,1-1 0 0 0,14 1-1 0 0,45 7-11 0 0,-44-6-11 0 0,32 10 0 0 0,-46-10 0 0 0,0 0 0 0 0,0 0 0 0 0,-1 1 0 0 0,0 0 0 0 0,1 1 0 0 0,10 8 0 0 0,-13-8 0 0 0,0 0 0 0 0,-1 1 0 0 0,0 0 0 0 0,0 0 0 0 0,0 0 0 0 0,4 9 0 0 0,-7-13 1 0 0,-1 0 0 0 0,0 1 0 0 0,0-1 0 0 0,0 1 0 0 0,-1 0 0 0 0,1-1 0 0 0,-1 1 0 0 0,1 0 0 0 0,-1-1-1 0 0,0 1 1 0 0,0 0 0 0 0,0-1 0 0 0,0 1 0 0 0,0 0 0 0 0,-1-1 0 0 0,1 1 0 0 0,-1 0 0 0 0,0-1 0 0 0,0 1 0 0 0,-1 2 0 0 0,0 0 26 0 0,-1 0 1 0 0,0 0-1 0 0,0 0 1 0 0,0-1-1 0 0,-1 1 1 0 0,-8 7-1 0 0,7-8-1 0 0,0 0 0 0 0,-1 0-1 0 0,0 0 1 0 0,0-1 0 0 0,0 0 0 0 0,0 0-1 0 0,-1-1 1 0 0,1 0 0 0 0,-1 0 0 0 0,0 0-1 0 0,1-1 1 0 0,-1 0 0 0 0,0 0-1 0 0,0-1 1 0 0,0 1 0 0 0,1-2 0 0 0,-1 1-1 0 0,0-1 1 0 0,-8-2 0 0 0,-7-1-137 0 0,-1-2 0 0 0,1 0 0 0 0,1-2 0 0 0,-30-14 0 0 0,29 12-469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9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148 249 5983 0 0,'-1'-19'3207'0'0,"0"0"-1"0"0,-8-34 0 0 0,5 35-2278 0 0,-1-1-1 0 0,-1 2 1 0 0,-1-1-1 0 0,0 1 1 0 0,-13-22-1 0 0,19 37-817 0 0,-1-1 0 0 0,1 1 0 0 0,0 0 1 0 0,-1 0-1 0 0,0 0 0 0 0,1 0 0 0 0,-1 0 0 0 0,0 1 0 0 0,0-1 0 0 0,0 1 0 0 0,0-1 0 0 0,0 1 0 0 0,0-1 0 0 0,-1 1 1 0 0,-3-1-1 0 0,5 1-83 0 0,0 1 0 0 0,0 0 0 0 0,-1 1 0 0 0,1-1-1 0 0,0 0 1 0 0,-1 0 0 0 0,1 1 0 0 0,0-1 0 0 0,0 0 0 0 0,0 1 0 0 0,-1-1 0 0 0,1 1 0 0 0,0 0 0 0 0,0-1 0 0 0,0 1 0 0 0,0 0 0 0 0,0 0 0 0 0,0-1 0 0 0,0 1 0 0 0,0 0 0 0 0,0 0 0 0 0,0 0 0 0 0,1 0 0 0 0,-1 0 0 0 0,0 0-1 0 0,1 1 1 0 0,-1-1 0 0 0,1 0 0 0 0,-1 0 0 0 0,1 0 0 0 0,-1 3 0 0 0,-4 10 37 0 0,0 0-1 0 0,2 0 0 0 0,-1 1 1 0 0,2-1-1 0 0,0 1 1 0 0,0 17-1 0 0,5 91 138 0 0,46 292-26 0 0,-6-81-123 0 0,-36-267-56 0 0,5 85-128 0 0,-12-151 107 0 0,0-1-1 0 0,0 1 0 0 0,0 0 1 0 0,0 0-1 0 0,0 0 1 0 0,0 0-1 0 0,0 0 0 0 0,0 0 1 0 0,0 0-1 0 0,0 0 1 0 0,0 0-1 0 0,-1-1 1 0 0,1 1-1 0 0,0 0 0 0 0,-1 0 1 0 0,1 0-1 0 0,-1 0 1 0 0,1-1-1 0 0,-1 1 0 0 0,1 0 1 0 0,-1 0-1 0 0,1-1 1 0 0,-1 1-1 0 0,0-1 1 0 0,1 1-1 0 0,-3 1 0 0 0,2-2-88 0 0,-1 0-1 0 0,0 0 0 0 0,0 0 0 0 0,1 0 0 0 0,-1 0 0 0 0,0-1 0 0 0,0 1 1 0 0,1 0-1 0 0,-1-1 0 0 0,0 1 0 0 0,1-1 0 0 0,-1 0 0 0 0,-2-1 1 0 0,-11-6-852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29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31 244 12095 0 0,'-3'-2'163'0'0,"0"-1"0"0"0,0 0 0 0 0,1 1 0 0 0,-1-1 0 0 0,1 0-1 0 0,0 0 1 0 0,0-1 0 0 0,0 1 0 0 0,0 0 0 0 0,1-1 0 0 0,-1 1-1 0 0,1-1 1 0 0,-1-3 0 0 0,2 5 111 0 0,-1 0 0 0 0,1 0 0 0 0,0 0 0 0 0,0 0 1 0 0,1 0-1 0 0,-1 0 0 0 0,0 0 0 0 0,1 0 0 0 0,-1 0 0 0 0,1 0 0 0 0,-1 0 0 0 0,1 0 0 0 0,0 0 1 0 0,0 0-1 0 0,0 0 0 0 0,0 1 0 0 0,0-1 0 0 0,1 0 0 0 0,-1 1 0 0 0,0-1 0 0 0,1 1 0 0 0,-1 0 1 0 0,1-1-1 0 0,-1 1 0 0 0,4-2 0 0 0,0 0-70 0 0,0 0 1 0 0,0 0-1 0 0,0 1 0 0 0,0 0 1 0 0,1 0-1 0 0,-1 0 0 0 0,1 0 1 0 0,6 0-1 0 0,52-4 454 0 0,-16 3-371 0 0,379-64 2 0 0,-366 54-290 0 0,-31 5-76 0 0,-26 6 62 0 0,6-1-538 0 0,31-8 475 0 0,-27 9-3015 0 0,-1 1-3540 0 0,-29-9 1627 0 0,15 10 5226 0 0,1 0 1 0 0,-1-1-1 0 0,0 1 0 0 0,0 0 0 0 0,1 0 1 0 0,-1 0-1 0 0,0 0 0 0 0,1 0 1 0 0,-1 0-1 0 0,0 0 0 0 0,1 0 0 0 0,-1 0 1 0 0,0 0-1 0 0,0 0 0 0 0,1 1 0 0 0,-1-1 1 0 0,0 0-1 0 0,1 0 0 0 0,-1 1 1 0 0,1-1-1 0 0,-1 0 0 0 0,0 1 0 0 0,1-1 1 0 0,-1 1-1 0 0,1-1 0 0 0,-1 0 0 0 0,1 1 1 0 0,-1-1-1 0 0,0 2 0 0 0,-2 3 530 0 0,-1-1 0 0 0,1 1-1 0 0,0 0 1 0 0,1 0 0 0 0,0 0-1 0 0,-3 9 1 0 0,1-3-171 0 0,2 0 0 0 0,-3 19 1 0 0,3-7-362 0 0,1-1 0 0 0,3 35 0 0 0,-1-53-194 0 0,0 9 75 0 0,0 0 0 0 0,1 0-1 0 0,5 14 1 0 0,-7-25-86 0 0,1 0 0 0 0,0 1-1 0 0,-1-1 1 0 0,1 1 0 0 0,0-1 0 0 0,1 0 0 0 0,-1 0-1 0 0,0 0 1 0 0,1 1 0 0 0,-1-1 0 0 0,1-1-1 0 0,0 1 1 0 0,-1 0 0 0 0,1 0 0 0 0,0-1-1 0 0,0 1 1 0 0,0-1 0 0 0,0 1 0 0 0,1-1-1 0 0,-1 0 1 0 0,0 0 0 0 0,0 0 0 0 0,4 1-1 0 0,-3-2-14 0 0,0 0-1 0 0,-1 0 1 0 0,1 0-1 0 0,0 0 1 0 0,0-1-1 0 0,0 1 1 0 0,0-1-1 0 0,-1 0 1 0 0,1 0-1 0 0,0 0 0 0 0,-1 0 1 0 0,1 0-1 0 0,-1 0 1 0 0,1-1-1 0 0,-1 1 1 0 0,0-1-1 0 0,1 0 1 0 0,-1 0-1 0 0,0 0 0 0 0,0 0 1 0 0,0 0-1 0 0,1-3 1 0 0,7-7-95 0 0,-1-1 0 0 0,13-26-1 0 0,-14 25-28 0 0,18-35-256 0 0,-18 30 18 0 0,2 1 1 0 0,20-29-1 0 0,-30 46 356 0 0,0 1 1 0 0,0 0-1 0 0,1-1 0 0 0,-1 1 0 0 0,0 0 1 0 0,0 0-1 0 0,0-1 0 0 0,1 1 1 0 0,-1 0-1 0 0,0 0 0 0 0,1-1 0 0 0,-1 1 1 0 0,0 0-1 0 0,0 0 0 0 0,1 0 0 0 0,-1 0 1 0 0,0 0-1 0 0,1-1 0 0 0,-1 1 0 0 0,0 0 1 0 0,1 0-1 0 0,-1 0 0 0 0,0 0 0 0 0,1 0 1 0 0,-1 0-1 0 0,1 0 0 0 0,-1 0 1 0 0,0 0-1 0 0,1 0 0 0 0,-1 0 0 0 0,0 0 1 0 0,1 1-1 0 0,-1-1 0 0 0,1 0 0 0 0,8 12 2 0 0,4 23 432 0 0,-11-30-310 0 0,6 26 356 0 0,-6-22-378 0 0,0 0-1 0 0,0 0 0 0 0,1-1 0 0 0,0 1 0 0 0,0-1 1 0 0,1 0-1 0 0,0 0 0 0 0,1 0 0 0 0,7 9 0 0 0,-12-16-94 0 0,1-1 0 0 0,0 1 0 0 0,0-1 0 0 0,-1 1 0 0 0,1-1 0 0 0,0 1 0 0 0,0-1 0 0 0,0 0 0 0 0,-1 1 0 0 0,1-1 0 0 0,0 0-1 0 0,0 0 1 0 0,0 0 0 0 0,0 0 0 0 0,0 0 0 0 0,0 0 0 0 0,0 0 0 0 0,-1 0 0 0 0,1 0 0 0 0,0 0 0 0 0,0 0 0 0 0,0 0 0 0 0,0-1 0 0 0,0 1-1 0 0,-1 0 1 0 0,1-1 0 0 0,0 1 0 0 0,0-1 0 0 0,0 1 0 0 0,-1 0 0 0 0,1-1 0 0 0,0 0 0 0 0,-1 1 0 0 0,1-1 0 0 0,0 1 0 0 0,-1-1-1 0 0,1 0 1 0 0,-1 0 0 0 0,1 1 0 0 0,0-2 0 0 0,23-37-494 0 0,-21 33 276 0 0,14-24-1779 0 0,-9 14-3089 0 0,2-2-1787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30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41 1375 0 0,'1'-10'18992'0'0,"-2"16"-18870"0"0,-3 31 2110 0 0,1 1-1708 0 0,-2-2 1 0 0,-19 73 0 0 0,24-113-478 0 0,4-41 34 0 0,1 26-152 0 0,1 0 0 0 0,1 1 0 0 0,1-1 0 0 0,16-26 0 0 0,-20 38 16 0 0,1 1 1 0 0,-1-1 0 0 0,1 0-1 0 0,1 1 1 0 0,-1 0 0 0 0,1 0-1 0 0,0 1 1 0 0,0 0 0 0 0,1 0-1 0 0,-1 0 1 0 0,1 1 0 0 0,0 0-1 0 0,15-6 1 0 0,-5 6 34 0 0,-15 4 20 0 0,0 0 0 0 0,0 0 0 0 0,0 0 0 0 0,0 0 0 0 0,0 0 0 0 0,0 0 0 0 0,0 1 0 0 0,0-1 0 0 0,0 1 0 0 0,-1 0 0 0 0,3 0 0 0 0,43 21 16 0 0,-46-22-10 0 0,1 1 0 0 0,-1 0 0 0 0,1 0-1 0 0,-1-1 1 0 0,0 1 0 0 0,1 0 0 0 0,-1 0 0 0 0,0 0-1 0 0,0 0 1 0 0,0 1 0 0 0,0-1 0 0 0,1 0 0 0 0,0 2-1 0 0,29 37 99 0 0,-23-30 7 0 0,-5-1 4 0 0,2 4-31 0 0,-1 1-1 0 0,-1-1 1 0 0,0 1 0 0 0,-1-1 0 0 0,0 1 0 0 0,0 17-1 0 0,-6 17-208 0 0,4-40-147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31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241 232 1375 0 0,'2'-9'766'0'0,"-1"-1"0"0"0,0 0-1 0 0,-1 0 1 0 0,-1 0 0 0 0,-2-19-1 0 0,2 24-186 0 0,0-1 0 0 0,0 1-1 0 0,0 0 1 0 0,-1-1 0 0 0,0 1 0 0 0,0 0-1 0 0,0 0 1 0 0,-1 0 0 0 0,0 1 0 0 0,0-1-1 0 0,-7-8 1 0 0,9 12-342 0 0,0 0 1 0 0,-1 0-1 0 0,1 0 1 0 0,0 0-1 0 0,-1 0 0 0 0,1 0 1 0 0,-1 0-1 0 0,1 1 1 0 0,-1-1-1 0 0,1 1 0 0 0,-1-1 1 0 0,0 1-1 0 0,1 0 1 0 0,-1-1-1 0 0,0 1 0 0 0,1 0 1 0 0,-1 0-1 0 0,1 0 1 0 0,-4 0-1 0 0,2 1 70 0 0,-1 0 1 0 0,1 0-1 0 0,0 0 1 0 0,-1 1-1 0 0,1-1 1 0 0,0 1-1 0 0,0 0 1 0 0,-5 3-1 0 0,-3 4 294 0 0,1 0-1 0 0,0 1 1 0 0,-14 17-1 0 0,13-13-515 0 0,1 1-1 0 0,0 1 1 0 0,1 0-1 0 0,1 0 1 0 0,1 1-1 0 0,0 0 1 0 0,1 0-1 0 0,1 1 1 0 0,1-1-1 0 0,0 1 1 0 0,1 0-1 0 0,1 0 1 0 0,1 1-1 0 0,0-1 1 0 0,4 33-1 0 0,-2-46-12 0 0,4 6-12 0 0,15 32-35 0 0,-20-41-20 0 0,0-1-1 0 0,1 0 0 0 0,-1 0 0 0 0,1 0 0 0 0,0 1 0 0 0,0-1 1 0 0,-1 0-1 0 0,1 0 0 0 0,0 0 0 0 0,0 0 0 0 0,0 0 0 0 0,0 0 1 0 0,0 0-1 0 0,0-1 0 0 0,2 2 0 0 0,-3-2-4 0 0,7 6 13 0 0,0-1 1 0 0,1-1-1 0 0,0 1 0 0 0,10 4 1 0 0,-12-7-19 0 0,0-1 1 0 0,0 1 0 0 0,0-1-1 0 0,-1 0 1 0 0,1-1-1 0 0,0 1 1 0 0,0-1-1 0 0,0 0 1 0 0,0-1 0 0 0,0 1-1 0 0,0-1 1 0 0,0 0-1 0 0,0-1 1 0 0,6-2-1 0 0,1-1-88 0 0,-1 0 0 0 0,1-2-1 0 0,-1 1 1 0 0,0-2 0 0 0,13-10-1 0 0,3-4-429 0 0,-1-2 0 0 0,42-47 0 0 0,40-64-4921 0 0,-46 55 169 0 0,-42 53 2834 0 0,28-47 0 0 0,-37 52 4468 0 0,11-28-1 0 0,-37 92 7830 0 0,-1 10-5725 0 0,-27 127-5677 0 0,32-134 2606 0 0,-3 21-1028 0 0,-8 110 0 0 0,20-170-32 0 0,0-1 0 0 0,1 1 0 0 0,0 0 0 0 0,0-1 0 0 0,0 1 0 0 0,0 0 0 0 0,2 6 0 0 0,1-3 0 0 0,-3-8-2 0 0,0 0 0 0 0,0 0 0 0 0,0 0 0 0 0,0 0-1 0 0,0 0 1 0 0,0 0 0 0 0,1 0 0 0 0,-1 0 0 0 0,0 0 0 0 0,1 0 0 0 0,-1-1-1 0 0,1 1 1 0 0,-1 0 0 0 0,1 0 0 0 0,-1 0 0 0 0,1-1 0 0 0,-1 1 0 0 0,1 0-1 0 0,0-1 1 0 0,1 2 0 0 0,-2-2-12 0 0,1 0 0 0 0,-1 0 0 0 0,1 0 0 0 0,0 0 0 0 0,-1 0 0 0 0,1 0 1 0 0,-1 0-1 0 0,1 0 0 0 0,0 0 0 0 0,-1 0 0 0 0,1-1 0 0 0,-1 1 0 0 0,1 0 0 0 0,-1 0 0 0 0,1-1 0 0 0,-1 1 0 0 0,1 0 0 0 0,-1-1 0 0 0,1 1 0 0 0,-1 0 0 0 0,1-1 0 0 0,0 0 0 0 0,20-27-789 0 0,-12 10-293 0 0,-1-3-295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31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20 6911 0 0,'-7'-1'1769'0'0,"0"1"1"0"0,-1 0-1 0 0,1 0 0 0 0,-1 0 0 0 0,-10 3 0 0 0,30 0 2303 0 0,2 2-3670 0 0,14-3 389 0 0,7-2-426 0 0,30 1-171 0 0,-6-1-126 0 0,6-2-55 0 0,6 1-549 0 0,-21-1-2052 0 0,-10 0-4792 0 0</inkml:trace>
  <inkml:trace contextRef="#ctx0" brushRef="#br0" timeOffset="1">591 0 455 0 0,'0'2'727'0'0,"1"-1"-1"0"0,0 1 0 0 0,-1-1 0 0 0,1 1 0 0 0,-1-1 0 0 0,1 1 0 0 0,-1-1 0 0 0,0 1 0 0 0,0 0 0 0 0,0 2 0 0 0,-3 33 5272 0 0,0-18-3263 0 0,5 73 2718 0 0,1-30-4650 0 0,-4-62-809 0 0,1 0-1 0 0,0 0 1 0 0,0 0 0 0 0,0 0-1 0 0,0 0 1 0 0,0 0-1 0 0,0 0 1 0 0,0 0 0 0 0,0 0-1 0 0,0 0 1 0 0,0 0-1 0 0,0 0 1 0 0,0 0 0 0 0,0 0-1 0 0,0 0 1 0 0,0 0-1 0 0,0 0 1 0 0,0 0 0 0 0,0 0-1 0 0,-1 0 1 0 0,1 1 0 0 0,0-1-1 0 0,0 0 1 0 0,-1-8-590 0 0,1-4-127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31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9671 0 0,'0'3'864'0'0,"0"-2"-696"0"0,2 2-168 0 0,-2 0 0 0 0,0 0 608 0 0,0-2 80 0 0,0 3 16 0 0,1 2 8 0 0,2 4-624 0 0,-3 2-88 0 0,-2 0-96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13:32.5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117 107 5063 0 0,'-1'1'255'0'0,"0"-1"0"0"0,-1 0 0 0 0,1 1 0 0 0,0 0 0 0 0,0-1 0 0 0,-1 1 0 0 0,1 0 0 0 0,0-1 0 0 0,0 1 0 0 0,0 0 0 0 0,0 0 0 0 0,0 0 0 0 0,0 0 0 0 0,0 0 0 0 0,0 0 0 0 0,0 0 0 0 0,1 0 0 0 0,-2 2 0 0 0,-14 27 3579 0 0,13-24-3302 0 0,-5 10 917 0 0,1 1-1 0 0,0 0 1 0 0,-7 32 0 0 0,13-42-1255 0 0,-1 1 1 0 0,1-1 0 0 0,1 0-1 0 0,-1 0 1 0 0,1 1 0 0 0,0-1-1 0 0,1 0 1 0 0,-1 1 0 0 0,2-1-1 0 0,-1 0 1 0 0,1 0 0 0 0,3 10-1 0 0,-4-15-165 0 0,0-1-1 0 0,-1 0 0 0 0,1 1 1 0 0,0-1-1 0 0,0 1 1 0 0,0-1-1 0 0,0 0 1 0 0,0 0-1 0 0,0 0 0 0 0,1 1 1 0 0,-1-1-1 0 0,0 0 1 0 0,0 0-1 0 0,1-1 1 0 0,-1 1-1 0 0,1 0 0 0 0,-1 0 1 0 0,1-1-1 0 0,-1 1 1 0 0,1-1-1 0 0,-1 1 1 0 0,3 0-1 0 0,-1-1 1 0 0,1 0 0 0 0,-1 0 1 0 0,0-1-1 0 0,0 1 0 0 0,0-1 0 0 0,0 0 1 0 0,1 1-1 0 0,-1-1 0 0 0,0 0 0 0 0,5-3 1 0 0,2-2 23 0 0,-1 0 0 0 0,0 0 0 0 0,0-1 0 0 0,0 0 1 0 0,12-13-1 0 0,-10 8-13 0 0,-1-1 0 0 0,0 0 1 0 0,-1 0-1 0 0,0-1 0 0 0,7-16 0 0 0,-13 24-46 0 0,0-1 0 0 0,0 0-1 0 0,-1 0 1 0 0,0 0 0 0 0,0 0-1 0 0,-1-1 1 0 0,1 1 0 0 0,-2 0 0 0 0,1-1-1 0 0,-1 1 1 0 0,0-1 0 0 0,-1 1-1 0 0,-1-10 1 0 0,1 14-5 0 0,1 0-1 0 0,-1 0 0 0 0,0 0 1 0 0,-1 0-1 0 0,1 0 1 0 0,0 1-1 0 0,-1-1 1 0 0,1 1-1 0 0,-1-1 1 0 0,0 1-1 0 0,0-1 1 0 0,0 1-1 0 0,0 0 0 0 0,0 0 1 0 0,-1 0-1 0 0,1 0 1 0 0,-1 0-1 0 0,1 1 1 0 0,-1-1-1 0 0,0 1 1 0 0,1 0-1 0 0,-1 0 0 0 0,0-1 1 0 0,0 2-1 0 0,0-1 1 0 0,0 0-1 0 0,0 1 1 0 0,0-1-1 0 0,0 1 1 0 0,0 0-1 0 0,0 0 0 0 0,0 0 1 0 0,0 0-1 0 0,-4 1 1 0 0,-2 1-29 0 0,0 0 1 0 0,0 0-1 0 0,0 0 1 0 0,1 1-1 0 0,-1 1 1 0 0,1-1-1 0 0,0 1 1 0 0,0 1-1 0 0,0 0 1 0 0,-8 6-1 0 0,-32 32-83 0 0,44-39 118 0 0,1 0-1 0 0,-1 0 0 0 0,1-1 1 0 0,1 2-1 0 0,-1-1 0 0 0,0 0 1 0 0,1 1-1 0 0,0-1 0 0 0,0 1 1 0 0,-2 8-1 0 0,4-13-10 0 0,0 0 0 0 0,0 1 0 0 0,0-1 0 0 0,0 1 0 0 0,0-1 0 0 0,0 1 0 0 0,0-1 0 0 0,0 0 0 0 0,0 1 0 0 0,0-1 1 0 0,0 1-1 0 0,0-1 0 0 0,0 1 0 0 0,0-1 0 0 0,0 0 0 0 0,1 1 0 0 0,-1-1 0 0 0,0 1 0 0 0,0-1 0 0 0,0 0 0 0 0,1 1 0 0 0,-1-1 0 0 0,0 0 0 0 0,1 1 0 0 0,-1-1 0 0 0,0 0 0 0 0,1 0 0 0 0,-1 1 0 0 0,0-1 0 0 0,1 0 0 0 0,-1 0 0 0 0,0 0 0 0 0,1 1 0 0 0,19 0-735 0 0,18-10-823 0 0,-38 9 1562 0 0,139-52-5943 0 0,-86 30 2472 0 0,1 3-1 0 0,78-18 1 0 0,-123 35 3751 0 0,11-2-529 0 0,-7 4 5421 0 0,-3 4-3154 0 0,30 17-23 0 0,-39-20-1831 0 0,0 0-1 0 0,0 0 1 0 0,0 0-1 0 0,0 0 1 0 0,0 0-1 0 0,0 0 1 0 0,0 0-1 0 0,0 0 1 0 0,-1 0-1 0 0,1 0 1 0 0,0 0-1 0 0,-1 0 1 0 0,1 0-1 0 0,-1 1 1 0 0,1-1-1 0 0,-1 0 1 0 0,0 0 0 0 0,1 1-1 0 0,-1-1 1 0 0,0 0-1 0 0,0 1 1 0 0,0-1-1 0 0,0 3 1 0 0,-8 25 2634 0 0,6-24-2224 0 0,-5 13 748 0 0,-13 28 0 0 0,17-40-1211 0 0,0-1-1 0 0,0 0 1 0 0,-1 0 0 0 0,0 0-1 0 0,1 0 1 0 0,-1-1 0 0 0,-1 0-1 0 0,1 0 1 0 0,-7 5 0 0 0,10-8-93 0 0,1-1 1 0 0,0 0 0 0 0,0 0-1 0 0,-1 1 1 0 0,1-1 0 0 0,0 0-1 0 0,0 0 1 0 0,-1 0 0 0 0,1 1-1 0 0,0-1 1 0 0,-1 0 0 0 0,1 0-1 0 0,0 0 1 0 0,-1 0-1 0 0,1 0 1 0 0,-1 0 0 0 0,1 0-1 0 0,0 0 1 0 0,-1 0 0 0 0,1 0-1 0 0,0 0 1 0 0,-1 0 0 0 0,1 0-1 0 0,0 0 1 0 0,-1 0-1 0 0,1 0 1 0 0,-1 0 0 0 0,1 0-1 0 0,0 0 1 0 0,-1 0 0 0 0,1-1-1 0 0,0 1 1 0 0,0 0 0 0 0,-1 0-1 0 0,1 0 1 0 0,0-1 0 0 0,-1 1-1 0 0,1 0 1 0 0,0-1-1 0 0,-2-17 97 0 0,10-20-91 0 0,3 19-144 0 0,1 0 0 0 0,0 1 0 0 0,1 0 0 0 0,1 1 1 0 0,1 0-1 0 0,1 1 0 0 0,0 1 0 0 0,20-15 0 0 0,-23 20-25 0 0,27-16 0 0 0,-35 23 158 0 0,0 0 0 0 0,0 1 0 0 0,0 0 0 0 0,1 0 0 0 0,-1 0 0 0 0,1 1 0 0 0,-1 0 0 0 0,1 0 0 0 0,7-1 0 0 0,-3 6 90 0 0,31 9 110 0 0,-31-10 299 0 0,-2 6-251 0 0,22 28-27 0 0,-22-28 195 0 0,-5 3-216 0 0,-1-4-167 0 0,3 4 43 0 0,-2 1 0 0 0,0 0 0 0 0,-1 1-1 0 0,0-1 1 0 0,0 23 0 0 0,-5-9-378 0 0,-1 0 1 0 0,-2 1-1 0 0,-1-2 0 0 0,-11 31 0 0 0,12-39-8019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23:43.5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580 277 3223 0 0,'-2'-27'1468'0'0,"-1"1"-1"0"0,-2-1 1 0 0,0 1-1 0 0,-14-39 1 0 0,-2 9 162 0 0,19 52-1351 0 0,0-1 1 0 0,0 1-1 0 0,-1 0 0 0 0,0 0 1 0 0,1 0-1 0 0,-2 0 1 0 0,1 1-1 0 0,0-1 1 0 0,-1 1-1 0 0,-4-4 1 0 0,7 7-173 0 0,1-1 1 0 0,-1 1-1 0 0,0-1 1 0 0,0 1-1 0 0,0 0 1 0 0,0-1-1 0 0,0 1 1 0 0,1 0-1 0 0,-1 0 1 0 0,0 0-1 0 0,0 0 1 0 0,0 0-1 0 0,0 0 1 0 0,0 0-1 0 0,0 0 1 0 0,0 0-1 0 0,0 0 1 0 0,0 0-1 0 0,0 0 1 0 0,1 1-1 0 0,-1-1 1 0 0,0 0-1 0 0,-1 1 1 0 0,-1 1 75 0 0,1-1 0 0 0,0 1 0 0 0,0 0 0 0 0,0 0 0 0 0,0-1-1 0 0,0 1 1 0 0,0 1 0 0 0,-1 1 0 0 0,-2 4 142 0 0,0 0-1 0 0,1 0 0 0 0,0 0 0 0 0,-3 9 1 0 0,-4 21-24 0 0,1 1 0 0 0,2 0 1 0 0,1 0-1 0 0,-1 56 1 0 0,11 162 133 0 0,71 311 392 0 0,-64-507-806 0 0,18 86-13 0 0,-10-64 7 0 0,-4 1 0 0 0,4 92 0 0 0,-18-165 5 0 0,0 0 0 0 0,0 0-1 0 0,-1 1 1 0 0,-1-1-1 0 0,0 0 1 0 0,-4 14-1 0 0,4-20-14 0 0,0-1 0 0 0,0 0 0 0 0,0 1 0 0 0,0-1 0 0 0,-1 0 0 0 0,0 0 0 0 0,1-1 0 0 0,-1 1 0 0 0,-1-1 0 0 0,1 1 0 0 0,0-1 0 0 0,-1 0 0 0 0,0 0 0 0 0,0 0 0 0 0,0-1 0 0 0,0 0 0 0 0,-7 4 0 0 0,-3-1-12 0 0,0 0 0 0 0,-1-1-1 0 0,1-1 1 0 0,-1 0 0 0 0,0-1 0 0 0,0 0-1 0 0,0-2 1 0 0,1 1 0 0 0,-1-2 0 0 0,0 0-1 0 0,0-1 1 0 0,-23-5 0 0 0,12-1-202 0 0,-1 0 0 0 0,1-2 0 0 0,1-1 0 0 0,0 0 0 0 0,-45-30 0 0 0,13 1-627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2:23:43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11 133 8751 0 0,'0'0'92'0'0,"-1"0"-1"0"0,1 0 0 0 0,0 0 0 0 0,-1 0 1 0 0,1 0-1 0 0,0 0 0 0 0,-1 0 0 0 0,1 0 1 0 0,0 0-1 0 0,-1 0 0 0 0,1 0 0 0 0,0 0 0 0 0,-1 0 1 0 0,1 0-1 0 0,0 0 0 0 0,0 0 0 0 0,-1 0 1 0 0,1 0-1 0 0,0-1 0 0 0,-1 1 0 0 0,1 0 1 0 0,0 0-1 0 0,0 0 0 0 0,-1-1 0 0 0,1 1 1 0 0,0 0-1 0 0,0 0 0 0 0,-1-1 0 0 0,1 1 1 0 0,0 0-1 0 0,0 0 0 0 0,0-1 0 0 0,0 1 0 0 0,-1 0 1 0 0,1-1-1 0 0,0 1 0 0 0,0 0 0 0 0,0 0 1 0 0,0-1-1 0 0,13-6 2723 0 0,26-2-274 0 0,203-23 2206 0 0,77-15-3425 0 0,-302 43-1297 0 0,35-7 100 0 0,62-5 1 0 0,-106 16-1733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12:27:12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5383 0 0,'10'-4'480'0'0,"-6"-1"-384"0"0,-3 4-96 0 0,-1 0 0 0 0,2-2 0 0 0,2-2 0 0 0,0 0 0 0 0,1 0 0 0 0,-3 1 0 0 0,0 0 0 0 0,-1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80DE0-2EEA-4EAC-B108-E981E3641B85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40E8F-BB69-486E-B61E-0DE7E47EF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3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0E8F-BB69-486E-B61E-0DE7E47EFF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5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Vote on </a:t>
            </a:r>
            <a:r>
              <a:rPr lang="en-GB" err="1"/>
              <a:t>Matlab</a:t>
            </a:r>
            <a:r>
              <a:rPr lang="en-GB"/>
              <a:t> and Python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0E8F-BB69-486E-B61E-0DE7E47EFF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05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0E8F-BB69-486E-B61E-0DE7E47EFF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02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0E8F-BB69-486E-B61E-0DE7E47EFF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0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6303" y="1742900"/>
            <a:ext cx="5359401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1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16401" y="4161277"/>
            <a:ext cx="5359205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2793877" cy="103094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66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t Cli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000" y="1742900"/>
            <a:ext cx="54000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1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396102" y="4161277"/>
            <a:ext cx="5399803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2793877" cy="103094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50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chemeClr val="accent4"/>
              </a:gs>
              <a:gs pos="7000">
                <a:schemeClr val="accent4"/>
              </a:gs>
              <a:gs pos="63000">
                <a:schemeClr val="accent2"/>
              </a:gs>
              <a:gs pos="100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flipH="1">
            <a:off x="1" y="0"/>
            <a:ext cx="12190412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20940" t="-1372" b="-22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1877" y="2409650"/>
            <a:ext cx="7262923" cy="238760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9553" y="5562602"/>
            <a:ext cx="11525097" cy="9477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2793877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2"/>
            <a:ext cx="10185396" cy="896472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02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">
          <p15:clr>
            <a:srgbClr val="FBAE40"/>
          </p15:clr>
        </p15:guide>
        <p15:guide id="3" pos="753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6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12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eacons of Excel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rgbClr val="009BBD"/>
              </a:gs>
              <a:gs pos="100000">
                <a:srgbClr val="1B2A6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22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 flipV="1">
            <a:off x="-1" y="2"/>
            <a:ext cx="12190412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2002006" y="1"/>
            <a:ext cx="10194757" cy="8964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2005" y="98987"/>
            <a:ext cx="10189995" cy="69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4E112F-1B58-4F80-8548-230F871317D2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02/10/2025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2"/>
            <a:ext cx="1696455" cy="62599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72D6D5-F6C2-4C88-B07F-0F9DC0B2C3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997243" y="2"/>
            <a:ext cx="0" cy="8964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50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1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9" Type="http://schemas.openxmlformats.org/officeDocument/2006/relationships/image" Target="../media/image25.png"/><Relationship Id="rId21" Type="http://schemas.openxmlformats.org/officeDocument/2006/relationships/image" Target="../media/image16.png"/><Relationship Id="rId34" Type="http://schemas.openxmlformats.org/officeDocument/2006/relationships/customXml" Target="../ink/ink19.xml"/><Relationship Id="rId42" Type="http://schemas.openxmlformats.org/officeDocument/2006/relationships/customXml" Target="../ink/ink23.xml"/><Relationship Id="rId47" Type="http://schemas.openxmlformats.org/officeDocument/2006/relationships/image" Target="../media/image30.png"/><Relationship Id="rId7" Type="http://schemas.openxmlformats.org/officeDocument/2006/relationships/image" Target="../media/image9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.xml"/><Relationship Id="rId11" Type="http://schemas.openxmlformats.org/officeDocument/2006/relationships/image" Target="../media/image11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24.png"/><Relationship Id="rId40" Type="http://schemas.openxmlformats.org/officeDocument/2006/relationships/customXml" Target="../ink/ink22.xml"/><Relationship Id="rId45" Type="http://schemas.openxmlformats.org/officeDocument/2006/relationships/image" Target="../media/image28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10" Type="http://schemas.openxmlformats.org/officeDocument/2006/relationships/customXml" Target="../ink/ink7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4" Type="http://schemas.openxmlformats.org/officeDocument/2006/relationships/customXml" Target="../ink/ink24.xml"/><Relationship Id="rId4" Type="http://schemas.openxmlformats.org/officeDocument/2006/relationships/customXml" Target="../ink/ink4.xml"/><Relationship Id="rId9" Type="http://schemas.openxmlformats.org/officeDocument/2006/relationships/image" Target="../media/image10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9.png"/><Relationship Id="rId30" Type="http://schemas.openxmlformats.org/officeDocument/2006/relationships/customXml" Target="../ink/ink17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8" Type="http://schemas.openxmlformats.org/officeDocument/2006/relationships/customXml" Target="../ink/ink6.xml"/><Relationship Id="rId3" Type="http://schemas.openxmlformats.org/officeDocument/2006/relationships/image" Target="../media/image7.png"/><Relationship Id="rId12" Type="http://schemas.openxmlformats.org/officeDocument/2006/relationships/customXml" Target="../ink/ink8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21.xml"/><Relationship Id="rId46" Type="http://schemas.openxmlformats.org/officeDocument/2006/relationships/image" Target="../media/image29.png"/><Relationship Id="rId20" Type="http://schemas.openxmlformats.org/officeDocument/2006/relationships/customXml" Target="../ink/ink12.xml"/><Relationship Id="rId4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9" Type="http://schemas.openxmlformats.org/officeDocument/2006/relationships/customXml" Target="../ink/ink43.xml"/><Relationship Id="rId21" Type="http://schemas.openxmlformats.org/officeDocument/2006/relationships/customXml" Target="../ink/ink34.xml"/><Relationship Id="rId34" Type="http://schemas.openxmlformats.org/officeDocument/2006/relationships/image" Target="../media/image47.png"/><Relationship Id="rId42" Type="http://schemas.openxmlformats.org/officeDocument/2006/relationships/image" Target="../media/image51.png"/><Relationship Id="rId47" Type="http://schemas.openxmlformats.org/officeDocument/2006/relationships/customXml" Target="../ink/ink47.xml"/><Relationship Id="rId50" Type="http://schemas.openxmlformats.org/officeDocument/2006/relationships/image" Target="../media/image55.png"/><Relationship Id="rId7" Type="http://schemas.openxmlformats.org/officeDocument/2006/relationships/customXml" Target="../ink/ink2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9" Type="http://schemas.openxmlformats.org/officeDocument/2006/relationships/customXml" Target="../ink/ink38.xml"/><Relationship Id="rId11" Type="http://schemas.openxmlformats.org/officeDocument/2006/relationships/customXml" Target="../ink/ink29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42.xml"/><Relationship Id="rId40" Type="http://schemas.openxmlformats.org/officeDocument/2006/relationships/image" Target="../media/image50.png"/><Relationship Id="rId45" Type="http://schemas.openxmlformats.org/officeDocument/2006/relationships/customXml" Target="../ink/ink46.xml"/><Relationship Id="rId53" Type="http://schemas.openxmlformats.org/officeDocument/2006/relationships/customXml" Target="../ink/ink50.xml"/><Relationship Id="rId5" Type="http://schemas.openxmlformats.org/officeDocument/2006/relationships/customXml" Target="../ink/ink26.xml"/><Relationship Id="rId10" Type="http://schemas.openxmlformats.org/officeDocument/2006/relationships/image" Target="../media/image35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4" Type="http://schemas.openxmlformats.org/officeDocument/2006/relationships/image" Target="../media/image52.png"/><Relationship Id="rId52" Type="http://schemas.openxmlformats.org/officeDocument/2006/relationships/image" Target="../media/image56.png"/><Relationship Id="rId4" Type="http://schemas.openxmlformats.org/officeDocument/2006/relationships/image" Target="../media/image32.png"/><Relationship Id="rId9" Type="http://schemas.openxmlformats.org/officeDocument/2006/relationships/customXml" Target="../ink/ink28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37.xml"/><Relationship Id="rId30" Type="http://schemas.openxmlformats.org/officeDocument/2006/relationships/image" Target="../media/image45.png"/><Relationship Id="rId35" Type="http://schemas.openxmlformats.org/officeDocument/2006/relationships/customXml" Target="../ink/ink41.xml"/><Relationship Id="rId43" Type="http://schemas.openxmlformats.org/officeDocument/2006/relationships/customXml" Target="../ink/ink45.xml"/><Relationship Id="rId48" Type="http://schemas.openxmlformats.org/officeDocument/2006/relationships/image" Target="../media/image54.png"/><Relationship Id="rId8" Type="http://schemas.openxmlformats.org/officeDocument/2006/relationships/image" Target="../media/image34.png"/><Relationship Id="rId51" Type="http://schemas.openxmlformats.org/officeDocument/2006/relationships/customXml" Target="../ink/ink49.xml"/><Relationship Id="rId3" Type="http://schemas.openxmlformats.org/officeDocument/2006/relationships/customXml" Target="../ink/ink25.xml"/><Relationship Id="rId12" Type="http://schemas.openxmlformats.org/officeDocument/2006/relationships/image" Target="../media/image36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49.png"/><Relationship Id="rId46" Type="http://schemas.openxmlformats.org/officeDocument/2006/relationships/image" Target="../media/image53.png"/><Relationship Id="rId20" Type="http://schemas.openxmlformats.org/officeDocument/2006/relationships/image" Target="../media/image40.png"/><Relationship Id="rId41" Type="http://schemas.openxmlformats.org/officeDocument/2006/relationships/customXml" Target="../ink/ink44.xml"/><Relationship Id="rId54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49" Type="http://schemas.openxmlformats.org/officeDocument/2006/relationships/customXml" Target="../ink/ink48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image" Target="../media/image67.png"/><Relationship Id="rId42" Type="http://schemas.openxmlformats.org/officeDocument/2006/relationships/customXml" Target="../ink/ink71.xml"/><Relationship Id="rId47" Type="http://schemas.openxmlformats.org/officeDocument/2006/relationships/image" Target="../media/image80.png"/><Relationship Id="rId63" Type="http://schemas.openxmlformats.org/officeDocument/2006/relationships/image" Target="../media/image36.png"/><Relationship Id="rId68" Type="http://schemas.openxmlformats.org/officeDocument/2006/relationships/customXml" Target="../ink/ink84.xml"/><Relationship Id="rId84" Type="http://schemas.openxmlformats.org/officeDocument/2006/relationships/customXml" Target="../ink/ink92.xml"/><Relationship Id="rId89" Type="http://schemas.openxmlformats.org/officeDocument/2006/relationships/image" Target="../media/image49.png"/><Relationship Id="rId16" Type="http://schemas.openxmlformats.org/officeDocument/2006/relationships/customXml" Target="../ink/ink58.xml"/><Relationship Id="rId11" Type="http://schemas.openxmlformats.org/officeDocument/2006/relationships/image" Target="../media/image62.png"/><Relationship Id="rId32" Type="http://schemas.openxmlformats.org/officeDocument/2006/relationships/customXml" Target="../ink/ink66.xml"/><Relationship Id="rId37" Type="http://schemas.openxmlformats.org/officeDocument/2006/relationships/image" Target="../media/image75.png"/><Relationship Id="rId53" Type="http://schemas.openxmlformats.org/officeDocument/2006/relationships/image" Target="../media/image83.png"/><Relationship Id="rId58" Type="http://schemas.openxmlformats.org/officeDocument/2006/relationships/customXml" Target="../ink/ink79.xml"/><Relationship Id="rId74" Type="http://schemas.openxmlformats.org/officeDocument/2006/relationships/customXml" Target="../ink/ink87.xml"/><Relationship Id="rId79" Type="http://schemas.openxmlformats.org/officeDocument/2006/relationships/image" Target="../media/image44.png"/><Relationship Id="rId102" Type="http://schemas.openxmlformats.org/officeDocument/2006/relationships/customXml" Target="../ink/ink101.xml"/><Relationship Id="rId5" Type="http://schemas.openxmlformats.org/officeDocument/2006/relationships/image" Target="../media/image59.png"/><Relationship Id="rId90" Type="http://schemas.openxmlformats.org/officeDocument/2006/relationships/customXml" Target="../ink/ink95.xml"/><Relationship Id="rId95" Type="http://schemas.openxmlformats.org/officeDocument/2006/relationships/image" Target="../media/image52.png"/><Relationship Id="rId22" Type="http://schemas.openxmlformats.org/officeDocument/2006/relationships/customXml" Target="../ink/ink61.xml"/><Relationship Id="rId27" Type="http://schemas.openxmlformats.org/officeDocument/2006/relationships/image" Target="../media/image70.png"/><Relationship Id="rId43" Type="http://schemas.openxmlformats.org/officeDocument/2006/relationships/image" Target="../media/image78.png"/><Relationship Id="rId48" Type="http://schemas.openxmlformats.org/officeDocument/2006/relationships/customXml" Target="../ink/ink74.xml"/><Relationship Id="rId64" Type="http://schemas.openxmlformats.org/officeDocument/2006/relationships/customXml" Target="../ink/ink82.xml"/><Relationship Id="rId69" Type="http://schemas.openxmlformats.org/officeDocument/2006/relationships/image" Target="../media/image39.png"/><Relationship Id="rId80" Type="http://schemas.openxmlformats.org/officeDocument/2006/relationships/customXml" Target="../ink/ink90.xml"/><Relationship Id="rId85" Type="http://schemas.openxmlformats.org/officeDocument/2006/relationships/image" Target="../media/image47.png"/><Relationship Id="rId12" Type="http://schemas.openxmlformats.org/officeDocument/2006/relationships/customXml" Target="../ink/ink56.xml"/><Relationship Id="rId17" Type="http://schemas.openxmlformats.org/officeDocument/2006/relationships/image" Target="../media/image65.png"/><Relationship Id="rId33" Type="http://schemas.openxmlformats.org/officeDocument/2006/relationships/image" Target="../media/image73.png"/><Relationship Id="rId38" Type="http://schemas.openxmlformats.org/officeDocument/2006/relationships/customXml" Target="../ink/ink69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20" Type="http://schemas.openxmlformats.org/officeDocument/2006/relationships/customXml" Target="../ink/ink60.xml"/><Relationship Id="rId41" Type="http://schemas.openxmlformats.org/officeDocument/2006/relationships/image" Target="../media/image77.png"/><Relationship Id="rId54" Type="http://schemas.openxmlformats.org/officeDocument/2006/relationships/customXml" Target="../ink/ink77.xml"/><Relationship Id="rId62" Type="http://schemas.openxmlformats.org/officeDocument/2006/relationships/customXml" Target="../ink/ink81.xml"/><Relationship Id="rId70" Type="http://schemas.openxmlformats.org/officeDocument/2006/relationships/customXml" Target="../ink/ink85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94.xml"/><Relationship Id="rId91" Type="http://schemas.openxmlformats.org/officeDocument/2006/relationships/image" Target="../media/image50.png"/><Relationship Id="rId96" Type="http://schemas.openxmlformats.org/officeDocument/2006/relationships/customXml" Target="../ink/ink9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3.xml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49" Type="http://schemas.openxmlformats.org/officeDocument/2006/relationships/image" Target="../media/image81.png"/><Relationship Id="rId57" Type="http://schemas.openxmlformats.org/officeDocument/2006/relationships/image" Target="../media/image33.png"/><Relationship Id="rId10" Type="http://schemas.openxmlformats.org/officeDocument/2006/relationships/customXml" Target="../ink/ink55.xml"/><Relationship Id="rId31" Type="http://schemas.openxmlformats.org/officeDocument/2006/relationships/image" Target="../media/image72.png"/><Relationship Id="rId44" Type="http://schemas.openxmlformats.org/officeDocument/2006/relationships/customXml" Target="../ink/ink72.xml"/><Relationship Id="rId52" Type="http://schemas.openxmlformats.org/officeDocument/2006/relationships/customXml" Target="../ink/ink76.xml"/><Relationship Id="rId60" Type="http://schemas.openxmlformats.org/officeDocument/2006/relationships/customXml" Target="../ink/ink80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89.xml"/><Relationship Id="rId81" Type="http://schemas.openxmlformats.org/officeDocument/2006/relationships/image" Target="../media/image45.png"/><Relationship Id="rId86" Type="http://schemas.openxmlformats.org/officeDocument/2006/relationships/customXml" Target="../ink/ink93.xml"/><Relationship Id="rId94" Type="http://schemas.openxmlformats.org/officeDocument/2006/relationships/customXml" Target="../ink/ink97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4" Type="http://schemas.openxmlformats.org/officeDocument/2006/relationships/customXml" Target="../ink/ink52.xml"/><Relationship Id="rId9" Type="http://schemas.openxmlformats.org/officeDocument/2006/relationships/image" Target="../media/image61.png"/><Relationship Id="rId13" Type="http://schemas.openxmlformats.org/officeDocument/2006/relationships/image" Target="../media/image63.png"/><Relationship Id="rId18" Type="http://schemas.openxmlformats.org/officeDocument/2006/relationships/customXml" Target="../ink/ink59.xml"/><Relationship Id="rId39" Type="http://schemas.openxmlformats.org/officeDocument/2006/relationships/image" Target="../media/image76.png"/><Relationship Id="rId34" Type="http://schemas.openxmlformats.org/officeDocument/2006/relationships/customXml" Target="../ink/ink67.xml"/><Relationship Id="rId50" Type="http://schemas.openxmlformats.org/officeDocument/2006/relationships/customXml" Target="../ink/ink75.xml"/><Relationship Id="rId55" Type="http://schemas.openxmlformats.org/officeDocument/2006/relationships/image" Target="../media/image32.png"/><Relationship Id="rId76" Type="http://schemas.openxmlformats.org/officeDocument/2006/relationships/customXml" Target="../ink/ink88.xml"/><Relationship Id="rId97" Type="http://schemas.openxmlformats.org/officeDocument/2006/relationships/image" Target="../media/image53.png"/><Relationship Id="rId104" Type="http://schemas.openxmlformats.org/officeDocument/2006/relationships/customXml" Target="../ink/ink102.xml"/><Relationship Id="rId7" Type="http://schemas.openxmlformats.org/officeDocument/2006/relationships/image" Target="../media/image60.png"/><Relationship Id="rId71" Type="http://schemas.openxmlformats.org/officeDocument/2006/relationships/image" Target="../media/image40.png"/><Relationship Id="rId92" Type="http://schemas.openxmlformats.org/officeDocument/2006/relationships/customXml" Target="../ink/ink96.xml"/><Relationship Id="rId2" Type="http://schemas.openxmlformats.org/officeDocument/2006/relationships/customXml" Target="../ink/ink51.xml"/><Relationship Id="rId29" Type="http://schemas.openxmlformats.org/officeDocument/2006/relationships/image" Target="../media/image71.png"/><Relationship Id="rId24" Type="http://schemas.openxmlformats.org/officeDocument/2006/relationships/customXml" Target="../ink/ink62.xml"/><Relationship Id="rId40" Type="http://schemas.openxmlformats.org/officeDocument/2006/relationships/customXml" Target="../ink/ink70.xml"/><Relationship Id="rId45" Type="http://schemas.openxmlformats.org/officeDocument/2006/relationships/image" Target="../media/image79.png"/><Relationship Id="rId66" Type="http://schemas.openxmlformats.org/officeDocument/2006/relationships/customXml" Target="../ink/ink83.xml"/><Relationship Id="rId87" Type="http://schemas.openxmlformats.org/officeDocument/2006/relationships/image" Target="../media/image48.png"/><Relationship Id="rId61" Type="http://schemas.openxmlformats.org/officeDocument/2006/relationships/image" Target="../media/image35.png"/><Relationship Id="rId82" Type="http://schemas.openxmlformats.org/officeDocument/2006/relationships/customXml" Target="../ink/ink91.xml"/><Relationship Id="rId19" Type="http://schemas.openxmlformats.org/officeDocument/2006/relationships/image" Target="../media/image66.png"/><Relationship Id="rId14" Type="http://schemas.openxmlformats.org/officeDocument/2006/relationships/customXml" Target="../ink/ink57.xml"/><Relationship Id="rId30" Type="http://schemas.openxmlformats.org/officeDocument/2006/relationships/customXml" Target="../ink/ink65.xml"/><Relationship Id="rId35" Type="http://schemas.openxmlformats.org/officeDocument/2006/relationships/image" Target="../media/image74.png"/><Relationship Id="rId56" Type="http://schemas.openxmlformats.org/officeDocument/2006/relationships/customXml" Target="../ink/ink78.xml"/><Relationship Id="rId77" Type="http://schemas.openxmlformats.org/officeDocument/2006/relationships/image" Target="../media/image43.png"/><Relationship Id="rId100" Type="http://schemas.openxmlformats.org/officeDocument/2006/relationships/customXml" Target="../ink/ink100.xml"/><Relationship Id="rId105" Type="http://schemas.openxmlformats.org/officeDocument/2006/relationships/image" Target="../media/image57.png"/><Relationship Id="rId8" Type="http://schemas.openxmlformats.org/officeDocument/2006/relationships/customXml" Target="../ink/ink54.xml"/><Relationship Id="rId51" Type="http://schemas.openxmlformats.org/officeDocument/2006/relationships/image" Target="../media/image82.png"/><Relationship Id="rId72" Type="http://schemas.openxmlformats.org/officeDocument/2006/relationships/customXml" Target="../ink/ink86.xml"/><Relationship Id="rId93" Type="http://schemas.openxmlformats.org/officeDocument/2006/relationships/image" Target="../media/image51.png"/><Relationship Id="rId98" Type="http://schemas.openxmlformats.org/officeDocument/2006/relationships/customXml" Target="../ink/ink99.xml"/><Relationship Id="rId3" Type="http://schemas.openxmlformats.org/officeDocument/2006/relationships/image" Target="../media/image58.png"/><Relationship Id="rId25" Type="http://schemas.openxmlformats.org/officeDocument/2006/relationships/image" Target="../media/image69.png"/><Relationship Id="rId46" Type="http://schemas.openxmlformats.org/officeDocument/2006/relationships/customXml" Target="../ink/ink73.xml"/><Relationship Id="rId67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5.xml"/><Relationship Id="rId21" Type="http://schemas.openxmlformats.org/officeDocument/2006/relationships/image" Target="../media/image92.png"/><Relationship Id="rId42" Type="http://schemas.openxmlformats.org/officeDocument/2006/relationships/customXml" Target="../ink/ink123.xml"/><Relationship Id="rId47" Type="http://schemas.openxmlformats.org/officeDocument/2006/relationships/image" Target="../media/image105.png"/><Relationship Id="rId63" Type="http://schemas.openxmlformats.org/officeDocument/2006/relationships/image" Target="../media/image113.png"/><Relationship Id="rId68" Type="http://schemas.openxmlformats.org/officeDocument/2006/relationships/customXml" Target="../ink/ink136.xml"/><Relationship Id="rId16" Type="http://schemas.openxmlformats.org/officeDocument/2006/relationships/customXml" Target="../ink/ink110.xml"/><Relationship Id="rId11" Type="http://schemas.openxmlformats.org/officeDocument/2006/relationships/image" Target="../media/image87.png"/><Relationship Id="rId24" Type="http://schemas.openxmlformats.org/officeDocument/2006/relationships/customXml" Target="../ink/ink114.xml"/><Relationship Id="rId32" Type="http://schemas.openxmlformats.org/officeDocument/2006/relationships/customXml" Target="../ink/ink118.xml"/><Relationship Id="rId37" Type="http://schemas.openxmlformats.org/officeDocument/2006/relationships/image" Target="../media/image100.png"/><Relationship Id="rId40" Type="http://schemas.openxmlformats.org/officeDocument/2006/relationships/customXml" Target="../ink/ink122.xml"/><Relationship Id="rId45" Type="http://schemas.openxmlformats.org/officeDocument/2006/relationships/image" Target="../media/image104.png"/><Relationship Id="rId53" Type="http://schemas.openxmlformats.org/officeDocument/2006/relationships/image" Target="../media/image108.png"/><Relationship Id="rId58" Type="http://schemas.openxmlformats.org/officeDocument/2006/relationships/customXml" Target="../ink/ink131.xml"/><Relationship Id="rId66" Type="http://schemas.openxmlformats.org/officeDocument/2006/relationships/customXml" Target="../ink/ink135.xml"/><Relationship Id="rId74" Type="http://schemas.openxmlformats.org/officeDocument/2006/relationships/image" Target="../media/image120.png"/><Relationship Id="rId79" Type="http://schemas.openxmlformats.org/officeDocument/2006/relationships/image" Target="../media/image124.png"/><Relationship Id="rId5" Type="http://schemas.openxmlformats.org/officeDocument/2006/relationships/image" Target="../media/image85.png"/><Relationship Id="rId61" Type="http://schemas.openxmlformats.org/officeDocument/2006/relationships/image" Target="../media/image112.png"/><Relationship Id="rId19" Type="http://schemas.openxmlformats.org/officeDocument/2006/relationships/image" Target="../media/image91.png"/><Relationship Id="rId14" Type="http://schemas.openxmlformats.org/officeDocument/2006/relationships/customXml" Target="../ink/ink109.xml"/><Relationship Id="rId22" Type="http://schemas.openxmlformats.org/officeDocument/2006/relationships/customXml" Target="../ink/ink113.xml"/><Relationship Id="rId27" Type="http://schemas.openxmlformats.org/officeDocument/2006/relationships/image" Target="../media/image95.png"/><Relationship Id="rId30" Type="http://schemas.openxmlformats.org/officeDocument/2006/relationships/customXml" Target="../ink/ink117.xml"/><Relationship Id="rId35" Type="http://schemas.openxmlformats.org/officeDocument/2006/relationships/image" Target="../media/image99.png"/><Relationship Id="rId43" Type="http://schemas.openxmlformats.org/officeDocument/2006/relationships/image" Target="../media/image103.png"/><Relationship Id="rId48" Type="http://schemas.openxmlformats.org/officeDocument/2006/relationships/customXml" Target="../ink/ink126.xml"/><Relationship Id="rId56" Type="http://schemas.openxmlformats.org/officeDocument/2006/relationships/customXml" Target="../ink/ink130.xml"/><Relationship Id="rId64" Type="http://schemas.openxmlformats.org/officeDocument/2006/relationships/customXml" Target="../ink/ink134.xml"/><Relationship Id="rId69" Type="http://schemas.openxmlformats.org/officeDocument/2006/relationships/image" Target="../media/image116.png"/><Relationship Id="rId77" Type="http://schemas.openxmlformats.org/officeDocument/2006/relationships/image" Target="../media/image123.png"/><Relationship Id="rId8" Type="http://schemas.openxmlformats.org/officeDocument/2006/relationships/customXml" Target="../ink/ink106.xml"/><Relationship Id="rId51" Type="http://schemas.openxmlformats.org/officeDocument/2006/relationships/image" Target="../media/image107.png"/><Relationship Id="rId72" Type="http://schemas.openxmlformats.org/officeDocument/2006/relationships/image" Target="../media/image118.png"/><Relationship Id="rId3" Type="http://schemas.openxmlformats.org/officeDocument/2006/relationships/image" Target="../media/image84.png"/><Relationship Id="rId12" Type="http://schemas.openxmlformats.org/officeDocument/2006/relationships/customXml" Target="../ink/ink108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33" Type="http://schemas.openxmlformats.org/officeDocument/2006/relationships/image" Target="../media/image98.png"/><Relationship Id="rId38" Type="http://schemas.openxmlformats.org/officeDocument/2006/relationships/customXml" Target="../ink/ink121.xml"/><Relationship Id="rId46" Type="http://schemas.openxmlformats.org/officeDocument/2006/relationships/customXml" Target="../ink/ink125.xml"/><Relationship Id="rId59" Type="http://schemas.openxmlformats.org/officeDocument/2006/relationships/image" Target="../media/image111.png"/><Relationship Id="rId67" Type="http://schemas.openxmlformats.org/officeDocument/2006/relationships/image" Target="../media/image115.png"/><Relationship Id="rId20" Type="http://schemas.openxmlformats.org/officeDocument/2006/relationships/customXml" Target="../ink/ink112.xml"/><Relationship Id="rId41" Type="http://schemas.openxmlformats.org/officeDocument/2006/relationships/image" Target="../media/image102.png"/><Relationship Id="rId54" Type="http://schemas.openxmlformats.org/officeDocument/2006/relationships/customXml" Target="../ink/ink129.xml"/><Relationship Id="rId62" Type="http://schemas.openxmlformats.org/officeDocument/2006/relationships/customXml" Target="../ink/ink133.xml"/><Relationship Id="rId70" Type="http://schemas.openxmlformats.org/officeDocument/2006/relationships/customXml" Target="../ink/ink137.xml"/><Relationship Id="rId75" Type="http://schemas.openxmlformats.org/officeDocument/2006/relationships/image" Target="../media/image121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05.xml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customXml" Target="../ink/ink116.xml"/><Relationship Id="rId36" Type="http://schemas.openxmlformats.org/officeDocument/2006/relationships/customXml" Target="../ink/ink120.xml"/><Relationship Id="rId49" Type="http://schemas.openxmlformats.org/officeDocument/2006/relationships/image" Target="../media/image106.png"/><Relationship Id="rId57" Type="http://schemas.openxmlformats.org/officeDocument/2006/relationships/image" Target="../media/image110.png"/><Relationship Id="rId10" Type="http://schemas.openxmlformats.org/officeDocument/2006/relationships/customXml" Target="../ink/ink107.xml"/><Relationship Id="rId31" Type="http://schemas.openxmlformats.org/officeDocument/2006/relationships/image" Target="../media/image97.png"/><Relationship Id="rId44" Type="http://schemas.openxmlformats.org/officeDocument/2006/relationships/customXml" Target="../ink/ink124.xml"/><Relationship Id="rId52" Type="http://schemas.openxmlformats.org/officeDocument/2006/relationships/customXml" Target="../ink/ink128.xml"/><Relationship Id="rId60" Type="http://schemas.openxmlformats.org/officeDocument/2006/relationships/customXml" Target="../ink/ink132.xml"/><Relationship Id="rId65" Type="http://schemas.openxmlformats.org/officeDocument/2006/relationships/image" Target="../media/image114.png"/><Relationship Id="rId73" Type="http://schemas.openxmlformats.org/officeDocument/2006/relationships/image" Target="../media/image119.png"/><Relationship Id="rId78" Type="http://schemas.openxmlformats.org/officeDocument/2006/relationships/customXml" Target="../ink/ink138.xml"/><Relationship Id="rId4" Type="http://schemas.openxmlformats.org/officeDocument/2006/relationships/customXml" Target="../ink/ink104.xml"/><Relationship Id="rId9" Type="http://schemas.openxmlformats.org/officeDocument/2006/relationships/image" Target="../media/image86.png"/><Relationship Id="rId13" Type="http://schemas.openxmlformats.org/officeDocument/2006/relationships/image" Target="../media/image88.png"/><Relationship Id="rId18" Type="http://schemas.openxmlformats.org/officeDocument/2006/relationships/customXml" Target="../ink/ink111.xml"/><Relationship Id="rId39" Type="http://schemas.openxmlformats.org/officeDocument/2006/relationships/image" Target="../media/image101.png"/><Relationship Id="rId34" Type="http://schemas.openxmlformats.org/officeDocument/2006/relationships/customXml" Target="../ink/ink119.xml"/><Relationship Id="rId50" Type="http://schemas.openxmlformats.org/officeDocument/2006/relationships/customXml" Target="../ink/ink127.xml"/><Relationship Id="rId55" Type="http://schemas.openxmlformats.org/officeDocument/2006/relationships/image" Target="../media/image109.png"/><Relationship Id="rId76" Type="http://schemas.openxmlformats.org/officeDocument/2006/relationships/image" Target="../media/image122.png"/><Relationship Id="rId7" Type="http://schemas.openxmlformats.org/officeDocument/2006/relationships/image" Target="../media/image17.png"/><Relationship Id="rId71" Type="http://schemas.openxmlformats.org/officeDocument/2006/relationships/image" Target="../media/image117.png"/><Relationship Id="rId2" Type="http://schemas.openxmlformats.org/officeDocument/2006/relationships/customXml" Target="../ink/ink103.xml"/><Relationship Id="rId29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7583" y="1737039"/>
            <a:ext cx="11127428" cy="2384021"/>
          </a:xfrm>
        </p:spPr>
        <p:txBody>
          <a:bodyPr/>
          <a:lstStyle/>
          <a:p>
            <a:pPr algn="ctr"/>
            <a:r>
              <a:rPr lang="en-GB" sz="4800"/>
              <a:t>COMP4139 </a:t>
            </a:r>
            <a:br>
              <a:rPr lang="en-GB" sz="4800"/>
            </a:br>
            <a:r>
              <a:rPr lang="en-GB" sz="4800"/>
              <a:t>Machine Learning (MLE)</a:t>
            </a:r>
            <a:br>
              <a:rPr lang="en-GB" sz="4800"/>
            </a:br>
            <a:br>
              <a:rPr lang="en-GB" sz="4800"/>
            </a:br>
            <a:r>
              <a:rPr lang="en-GB" sz="4000" b="0"/>
              <a:t>- Mathematics</a:t>
            </a:r>
            <a:endParaRPr lang="en-GB" sz="6600" b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E2BB8-4705-455B-AD8D-137C69D4B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9914" y="4250244"/>
            <a:ext cx="11525097" cy="2384020"/>
          </a:xfrm>
        </p:spPr>
        <p:txBody>
          <a:bodyPr>
            <a:normAutofit lnSpcReduction="10000"/>
          </a:bodyPr>
          <a:lstStyle/>
          <a:p>
            <a:pPr algn="ctr"/>
            <a:endParaRPr lang="en-GB" sz="2400" baseline="30000"/>
          </a:p>
          <a:p>
            <a:pPr algn="ctr"/>
            <a:r>
              <a:rPr lang="en-GB" sz="1800"/>
              <a:t>Direnc Pekaslan</a:t>
            </a:r>
            <a:br>
              <a:rPr lang="en-GB" sz="1800"/>
            </a:br>
            <a:r>
              <a:rPr lang="en-GB" sz="1800"/>
              <a:t>Shreyank Narayana Gowda</a:t>
            </a:r>
          </a:p>
          <a:p>
            <a:pPr algn="ctr"/>
            <a:endParaRPr lang="en-GB" sz="1800"/>
          </a:p>
          <a:p>
            <a:pPr algn="ctr"/>
            <a:r>
              <a:rPr lang="en-GB" sz="1800"/>
              <a:t>Assistant Professor</a:t>
            </a:r>
          </a:p>
          <a:p>
            <a:pPr algn="ctr"/>
            <a:r>
              <a:rPr lang="en-GB" sz="1800"/>
              <a:t>School of Computer Science</a:t>
            </a:r>
          </a:p>
          <a:p>
            <a:pPr algn="ctr"/>
            <a:r>
              <a:rPr lang="en-GB" sz="1800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8374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750">
        <p:fade/>
      </p:transition>
    </mc:Choice>
    <mc:Fallback xmlns="">
      <p:transition spd="med" advTm="5075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FE1575-456A-4B8A-ABF0-9061640F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Key Maths Skills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3C8AD-2F04-4AE2-BAD0-689CE533709B}"/>
              </a:ext>
            </a:extLst>
          </p:cNvPr>
          <p:cNvSpPr txBox="1"/>
          <p:nvPr/>
        </p:nvSpPr>
        <p:spPr>
          <a:xfrm>
            <a:off x="243056" y="1392945"/>
            <a:ext cx="1194735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+mj-lt"/>
              </a:rPr>
              <a:t>Linear Algebra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All data/features are represented as vectors, matrices and tensors.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Vectors and matrices for solving linear equations easily and quickly.</a:t>
            </a:r>
          </a:p>
          <a:p>
            <a:pPr lvl="1"/>
            <a:endParaRPr lang="en-GB" sz="240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+mj-lt"/>
              </a:rPr>
              <a:t>Differentiation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Calculating rate of changes.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Extremely useful in optimisation algorithms, e.g., neural networks.</a:t>
            </a:r>
          </a:p>
          <a:p>
            <a:pPr lvl="1"/>
            <a:endParaRPr lang="en-GB" sz="240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+mj-lt"/>
              </a:rPr>
              <a:t>Probability theory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The likelihood of an event to occur.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>
                <a:latin typeface="+mj-lt"/>
              </a:rPr>
              <a:t>Most machine learning applications are to </a:t>
            </a:r>
            <a:r>
              <a:rPr lang="en-US" altLang="zh-CN" sz="2400">
                <a:latin typeface="+mj-lt"/>
              </a:rPr>
              <a:t>predict a future event.</a:t>
            </a:r>
            <a:endParaRPr lang="en-GB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42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6B80-6EA0-A844-52DC-0807E67F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/>
              <a:t>Linear</a:t>
            </a:r>
            <a:r>
              <a:rPr lang="en-GB"/>
              <a:t> </a:t>
            </a:r>
            <a:r>
              <a:rPr lang="en-GB" sz="3200"/>
              <a:t>Algebra- Notation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C208D-1C34-DD10-AD33-D435AB907243}"/>
              </a:ext>
            </a:extLst>
          </p:cNvPr>
          <p:cNvSpPr txBox="1"/>
          <p:nvPr/>
        </p:nvSpPr>
        <p:spPr>
          <a:xfrm>
            <a:off x="460442" y="1422737"/>
            <a:ext cx="11446213" cy="399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>
                <a:latin typeface="+mj-lt"/>
              </a:rPr>
              <a:t>The notation in Machine Learning tends to vary a lot. In this module, we will use commonly used and consistent notations for mathematical representations</a:t>
            </a:r>
            <a:r>
              <a:rPr lang="en-GB" sz="2400">
                <a:latin typeface="+mj-lt"/>
              </a:rPr>
              <a:t>. </a:t>
            </a:r>
          </a:p>
          <a:p>
            <a:pPr algn="just"/>
            <a:endParaRPr lang="en-GB" sz="240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GB" sz="2400">
                <a:latin typeface="+mj-lt"/>
              </a:rPr>
              <a:t>•</a:t>
            </a:r>
            <a:r>
              <a:rPr lang="en-GB" sz="2800">
                <a:latin typeface="+mj-lt"/>
              </a:rPr>
              <a:t>	</a:t>
            </a:r>
            <a:r>
              <a:rPr lang="en-GB" sz="2400">
                <a:latin typeface="+mj-lt"/>
              </a:rPr>
              <a:t>Scalars: mixed case italic, e.g. </a:t>
            </a:r>
            <a:r>
              <a:rPr lang="en-GB" sz="2400" i="1">
                <a:latin typeface="+mj-lt"/>
              </a:rPr>
              <a:t>X, y</a:t>
            </a:r>
            <a:r>
              <a:rPr lang="en-GB" sz="2400">
                <a:latin typeface="+mj-lt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GB" sz="2400">
                <a:latin typeface="+mj-lt"/>
              </a:rPr>
              <a:t>•	Vectors: lower case bold, e.g. </a:t>
            </a:r>
            <a:r>
              <a:rPr lang="en-GB" sz="2400" b="1">
                <a:latin typeface="+mj-lt"/>
              </a:rPr>
              <a:t>v</a:t>
            </a:r>
            <a:r>
              <a:rPr lang="en-GB" sz="240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400">
                <a:latin typeface="+mj-lt"/>
              </a:rPr>
              <a:t>•	Colum vectors: </a:t>
            </a:r>
            <a:r>
              <a:rPr lang="en-GB" sz="2400" b="1">
                <a:latin typeface="+mj-lt"/>
              </a:rPr>
              <a:t>v</a:t>
            </a:r>
            <a:r>
              <a:rPr lang="en-GB" sz="2400">
                <a:latin typeface="+mj-lt"/>
              </a:rPr>
              <a:t>=[</a:t>
            </a:r>
            <a:r>
              <a:rPr lang="en-GB" sz="2400" i="1">
                <a:latin typeface="+mj-lt"/>
              </a:rPr>
              <a:t>x, y</a:t>
            </a:r>
            <a:r>
              <a:rPr lang="en-GB" sz="2400">
                <a:latin typeface="+mj-lt"/>
              </a:rPr>
              <a:t>]</a:t>
            </a:r>
            <a:r>
              <a:rPr lang="en-GB" sz="2400" baseline="30000">
                <a:latin typeface="+mj-lt"/>
              </a:rPr>
              <a:t>T</a:t>
            </a:r>
            <a:r>
              <a:rPr lang="en-GB" sz="2400">
                <a:latin typeface="+mj-lt"/>
              </a:rPr>
              <a:t> or </a:t>
            </a:r>
            <a:r>
              <a:rPr lang="en-GB" sz="2400" b="1">
                <a:latin typeface="+mj-lt"/>
              </a:rPr>
              <a:t>v</a:t>
            </a:r>
            <a:r>
              <a:rPr lang="en-GB" sz="2400">
                <a:latin typeface="+mj-lt"/>
              </a:rPr>
              <a:t>=(</a:t>
            </a:r>
            <a:r>
              <a:rPr lang="en-GB" sz="2400" i="1">
                <a:latin typeface="+mj-lt"/>
              </a:rPr>
              <a:t>x, y</a:t>
            </a:r>
            <a:r>
              <a:rPr lang="en-GB" sz="2400">
                <a:latin typeface="+mj-lt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GB" sz="2400">
                <a:latin typeface="+mj-lt"/>
              </a:rPr>
              <a:t>•	Matrices: upper case bold, e.g. </a:t>
            </a:r>
            <a:r>
              <a:rPr lang="en-GB" sz="2400" b="1">
                <a:latin typeface="+mj-lt"/>
              </a:rPr>
              <a:t>M</a:t>
            </a:r>
            <a:r>
              <a:rPr lang="en-GB" sz="240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9322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B565FC2-895E-A811-5061-715F5E63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Linear Algebra- </a:t>
            </a:r>
            <a:r>
              <a:rPr lang="en-GB" sz="320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Scalar, Vector &amp; Matrix</a:t>
            </a:r>
            <a:endParaRPr lang="en-GB" sz="3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EC1DB36-DAF2-9A0E-28A8-B71EDD50F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4" y="1281031"/>
            <a:ext cx="1149299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In real life, many quantities are scalars e.g. the price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 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of a product, or the mark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you will get for a module. We denote scalars taking values from the set of real numbers as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x∈ R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In ML, we are dealing with vectors a lot. For example, a set of features to describe</a:t>
            </a:r>
            <a:r>
              <a:rPr kumimoji="0" lang="en-GB" altLang="en-US" sz="2400" b="0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a person (e.g. weight, height, etc.)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. We denote a (column) vector with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elements as 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= [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1" u="none" strike="noStrike" cap="none" normalizeH="0" baseline="-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, x</a:t>
            </a:r>
            <a:r>
              <a:rPr kumimoji="0" lang="en-GB" altLang="en-US" sz="2400" b="0" i="1" u="none" strike="noStrike" cap="none" normalizeH="0" baseline="-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,…, </a:t>
            </a:r>
            <a:r>
              <a:rPr kumimoji="0" lang="en-GB" altLang="en-US" sz="24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1" u="none" strike="noStrike" cap="none" normalizeH="0" baseline="-3000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]</a:t>
            </a:r>
            <a:r>
              <a:rPr kumimoji="0" lang="en-GB" altLang="en-US" sz="2400" b="0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∈ R</a:t>
            </a:r>
            <a:r>
              <a:rPr kumimoji="0" lang="en-GB" altLang="en-US" sz="2400" b="0" i="1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Matrix in ML is frequently used to represent features (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) of observations (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), as in the form of 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78D928-1EAA-CF47-700C-9DC97F4411BC}"/>
                  </a:ext>
                </a:extLst>
              </p:cNvPr>
              <p:cNvSpPr txBox="1"/>
              <p:nvPr/>
            </p:nvSpPr>
            <p:spPr>
              <a:xfrm>
                <a:off x="3851275" y="5142473"/>
                <a:ext cx="3189143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GB" sz="2400" i="1" baseline="-25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400" b="0" i="1" baseline="-2500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err="1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78D928-1EAA-CF47-700C-9DC97F44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275" y="5142473"/>
                <a:ext cx="3189143" cy="957891"/>
              </a:xfrm>
              <a:prstGeom prst="rect">
                <a:avLst/>
              </a:prstGeom>
              <a:blipFill>
                <a:blip r:embed="rId2"/>
                <a:stretch>
                  <a:fillRect b="-14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07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DF6E542-9A2B-B3D8-6A36-D7E4F553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Linear Algebra- </a:t>
            </a:r>
            <a:r>
              <a:rPr lang="en-GB" sz="3200">
                <a:ea typeface="DengXian" panose="02010600030101010101" pitchFamily="2" charset="-122"/>
                <a:cs typeface="Times New Roman" panose="02020603050405020304" pitchFamily="18" charset="0"/>
              </a:rPr>
              <a:t>Linear Equations</a:t>
            </a:r>
            <a:endParaRPr lang="en-GB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8F593-65B0-A7D5-A783-931F792AD6CD}"/>
              </a:ext>
            </a:extLst>
          </p:cNvPr>
          <p:cNvSpPr txBox="1"/>
          <p:nvPr/>
        </p:nvSpPr>
        <p:spPr>
          <a:xfrm>
            <a:off x="479898" y="1291717"/>
            <a:ext cx="11057107" cy="4183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One d</a:t>
            </a:r>
            <a:r>
              <a:rPr lang="en-GB" sz="28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imensional case:</a:t>
            </a:r>
            <a:endParaRPr lang="en-GB" sz="28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E.g., to estimate the average speed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of a car, we measure the distance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that the car did in time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. The relationship is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GB" sz="2400" i="1" err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vt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, then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v 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s/t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07000"/>
              </a:lnSpc>
            </a:pP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Note that 1 measurement is sufficient to solve v. </a:t>
            </a:r>
          </a:p>
          <a:p>
            <a:pPr lvl="0" algn="just">
              <a:lnSpc>
                <a:spcPct val="107000"/>
              </a:lnSpc>
            </a:pP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In general case: </a:t>
            </a:r>
            <a:r>
              <a:rPr lang="en-GB" sz="2400" i="1" err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xw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and then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w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can be solved as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= y/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, where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are known.</a:t>
            </a:r>
          </a:p>
          <a:p>
            <a:pPr lvl="0" algn="just">
              <a:lnSpc>
                <a:spcPct val="107000"/>
              </a:lnSpc>
            </a:pP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The condition for this to be valid is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≠ 0.</a:t>
            </a: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10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E249C-4E5F-1201-1375-51541BF7FC45}"/>
              </a:ext>
            </a:extLst>
          </p:cNvPr>
          <p:cNvSpPr txBox="1"/>
          <p:nvPr/>
        </p:nvSpPr>
        <p:spPr>
          <a:xfrm>
            <a:off x="305611" y="1051731"/>
            <a:ext cx="11269493" cy="554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N-dimensional case:</a:t>
            </a:r>
            <a:endParaRPr lang="en-GB" sz="28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the case of vectors: if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[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,…,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2400" baseline="30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then 1 measurement is: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828800" algn="just">
              <a:lnSpc>
                <a:spcPct val="150000"/>
              </a:lnSpc>
            </a:pP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1,1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1,2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+…+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1,N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where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1,1, 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…,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1,N</a:t>
            </a:r>
            <a:r>
              <a:rPr lang="en-GB" sz="2400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are all given. Can we solve all values in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a vector with 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elements, 1 measurement </a:t>
            </a:r>
            <a:r>
              <a:rPr lang="en-GB" sz="240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not be sufficient: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</a:pP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       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1,1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1,2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+…+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1,N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y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828800" indent="171450" algn="just">
              <a:lnSpc>
                <a:spcPct val="150000"/>
              </a:lnSpc>
            </a:pP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2,1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2,2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+…+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2,N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y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828800" indent="171450" algn="just">
              <a:lnSpc>
                <a:spcPct val="150000"/>
              </a:lnSpc>
            </a:pP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          …</a:t>
            </a:r>
            <a:endParaRPr lang="en-GB" sz="24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828800" indent="171450" algn="just">
              <a:lnSpc>
                <a:spcPct val="150000"/>
              </a:lnSpc>
              <a:spcAft>
                <a:spcPts val="800"/>
              </a:spcAft>
            </a:pP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N,1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 x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N,2 </a:t>
            </a:r>
            <a:r>
              <a:rPr lang="en-GB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+…+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N,N</a:t>
            </a:r>
            <a:r>
              <a:rPr lang="en-GB" sz="2400" i="1" baseline="-250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GB" sz="2400" i="1" err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 i="1" baseline="-250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endParaRPr lang="en-GB" sz="18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endParaRPr lang="en-GB" sz="16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AAFCCF-C50D-459F-BF1E-D6D8F6FA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Linear Algebra- </a:t>
            </a:r>
            <a:r>
              <a:rPr lang="en-GB" sz="3200">
                <a:ea typeface="DengXian" panose="02010600030101010101" pitchFamily="2" charset="-122"/>
                <a:cs typeface="Times New Roman" panose="02020603050405020304" pitchFamily="18" charset="0"/>
              </a:rPr>
              <a:t>Linear Equations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42039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975BF6-788C-2406-EBD1-4F7DD054A648}"/>
              </a:ext>
            </a:extLst>
          </p:cNvPr>
          <p:cNvSpPr txBox="1"/>
          <p:nvPr/>
        </p:nvSpPr>
        <p:spPr>
          <a:xfrm>
            <a:off x="230888" y="1179490"/>
            <a:ext cx="11587264" cy="175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Take all values of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and put them in a matrix </a:t>
            </a:r>
            <a:r>
              <a:rPr lang="en-GB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elements. Take all values of </a:t>
            </a:r>
            <a:r>
              <a:rPr lang="en-GB" sz="2400" i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and put them in a vector </a:t>
            </a:r>
            <a:r>
              <a:rPr lang="en-GB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elements. Then the above equations can be compactly written as:</a:t>
            </a: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2400" b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en-GB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Xw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GB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FFD9C4-4471-B4FF-11F3-CDB40EB5FEB2}"/>
                  </a:ext>
                </a:extLst>
              </p:cNvPr>
              <p:cNvSpPr txBox="1"/>
              <p:nvPr/>
            </p:nvSpPr>
            <p:spPr>
              <a:xfrm>
                <a:off x="714982" y="3247417"/>
                <a:ext cx="9330447" cy="1166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Example: if </a:t>
                </a:r>
                <a:r>
                  <a:rPr lang="en-GB" sz="2400" i="1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= 3, then </a:t>
                </a:r>
                <a:r>
                  <a:rPr lang="en-GB" sz="2400" b="1">
                    <a:solidFill>
                      <a:srgbClr val="000000"/>
                    </a:solidFill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1,3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2,3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3,2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GB" sz="24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3,3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2400" b="1">
                    <a:solidFill>
                      <a:srgbClr val="000000"/>
                    </a:solidFill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=[</a:t>
                </a:r>
                <a:r>
                  <a:rPr lang="en-GB" sz="2400" i="1">
                    <a:solidFill>
                      <a:srgbClr val="000000"/>
                    </a:solidFill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GB" sz="2400" i="1" baseline="-25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GB" sz="2400" i="1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, y</a:t>
                </a:r>
                <a:r>
                  <a:rPr lang="en-GB" sz="2400" i="1" baseline="-25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GB" sz="2400" i="1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 ,y</a:t>
                </a:r>
                <a:r>
                  <a:rPr lang="en-GB" sz="2400" i="1" baseline="-25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GB" sz="24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en-GB" sz="2400" baseline="30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en-GB" sz="240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FFD9C4-4471-B4FF-11F3-CDB40EB5F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82" y="3247417"/>
                <a:ext cx="9330447" cy="1166088"/>
              </a:xfrm>
              <a:prstGeom prst="rect">
                <a:avLst/>
              </a:prstGeom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76" name="Ink 820">
                <a:extLst>
                  <a:ext uri="{FF2B5EF4-FFF2-40B4-BE49-F238E27FC236}">
                    <a16:creationId xmlns:a16="http://schemas.microsoft.com/office/drawing/2014/main" id="{BADAAB84-F0FA-094A-7E88-591372C2787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87675" y="635000"/>
              <a:ext cx="23813" cy="25400"/>
            </p14:xfrm>
          </p:contentPart>
        </mc:Choice>
        <mc:Fallback xmlns="">
          <p:pic>
            <p:nvPicPr>
              <p:cNvPr id="3076" name="Ink 820">
                <a:extLst>
                  <a:ext uri="{FF2B5EF4-FFF2-40B4-BE49-F238E27FC236}">
                    <a16:creationId xmlns:a16="http://schemas.microsoft.com/office/drawing/2014/main" id="{BADAAB84-F0FA-094A-7E88-591372C2787F}"/>
                  </a:ext>
                </a:extLst>
              </p:cNvPr>
              <p:cNvPicPr/>
              <p:nvPr/>
            </p:nvPicPr>
            <p:blipFill/>
            <p:spPr/>
          </p:pic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18C416C6-BF03-5E6B-E2EA-78005B83D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Linear Algebra- </a:t>
            </a:r>
            <a:r>
              <a:rPr lang="en-GB" sz="3200">
                <a:ea typeface="DengXian" panose="02010600030101010101" pitchFamily="2" charset="-122"/>
                <a:cs typeface="Times New Roman" panose="02020603050405020304" pitchFamily="18" charset="0"/>
              </a:rPr>
              <a:t>Linear Equations</a:t>
            </a:r>
            <a:endParaRPr lang="en-GB" sz="32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16EC2-1F9A-9334-CEE6-5467F249DDF0}"/>
              </a:ext>
            </a:extLst>
          </p:cNvPr>
          <p:cNvGrpSpPr/>
          <p:nvPr/>
        </p:nvGrpSpPr>
        <p:grpSpPr>
          <a:xfrm>
            <a:off x="230888" y="4912991"/>
            <a:ext cx="11730271" cy="1789518"/>
            <a:chOff x="230888" y="4912991"/>
            <a:chExt cx="11730271" cy="1789518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59418C18-0811-DAAE-F90E-2F90BE9A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88" y="4912991"/>
              <a:ext cx="11730271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To solve </a:t>
              </a:r>
              <a:r>
                <a:rPr lang="en-GB" altLang="en-US" sz="2400" b="1">
                  <a:solidFill>
                    <a:srgbClr val="000000"/>
                  </a:solidFill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w</a:t>
              </a: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, we use the inverse of </a:t>
              </a:r>
              <a:r>
                <a:rPr lang="en-GB" altLang="en-US" sz="2400" b="1">
                  <a:solidFill>
                    <a:srgbClr val="000000"/>
                  </a:solidFill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 and multiply by </a:t>
              </a:r>
              <a:r>
                <a:rPr lang="en-GB" altLang="en-US" sz="2400" b="1">
                  <a:solidFill>
                    <a:srgbClr val="000000"/>
                  </a:solidFill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kumimoji="0" lang="en-GB" alt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DengXian" panose="02010600030101010101" pitchFamily="2" charset="-122"/>
                  <a:cs typeface="Arial" panose="020B0604020202020204" pitchFamily="34" charset="0"/>
                </a:rPr>
                <a:t>as </a:t>
              </a:r>
              <a:endPara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  <a:p>
              <a:pPr marL="342900" marR="0" lvl="0" indent="-34290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80A252A6-A9BF-7A07-F147-46361AFF7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010" y="5263011"/>
              <a:ext cx="4346378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alt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                                                           w</a:t>
              </a: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 = </a:t>
              </a:r>
              <a:r>
                <a:rPr lang="en-GB" altLang="en-US" sz="2400" b="1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kumimoji="0" lang="en-GB" altLang="en-US" sz="2400" b="0" i="0" u="none" strike="noStrike" cap="none" normalizeH="0" baseline="3000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-1</a:t>
              </a:r>
              <a:r>
                <a:rPr lang="en-GB" altLang="en-US" sz="2400" b="1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kumimoji="0" lang="en-GB" alt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. </a:t>
              </a:r>
              <a:endPara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762120-55D2-58EF-D076-0A5A744077E3}"/>
                </a:ext>
              </a:extLst>
            </p:cNvPr>
            <p:cNvSpPr txBox="1"/>
            <p:nvPr/>
          </p:nvSpPr>
          <p:spPr>
            <a:xfrm>
              <a:off x="608479" y="6240844"/>
              <a:ext cx="111173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</a:rPr>
                <a:t>The calculation of the inverse is possible if the determinant of </a:t>
              </a:r>
              <a:r>
                <a:rPr lang="en-GB" sz="2400" b="1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</a:rPr>
                <a:t>X</a:t>
              </a:r>
              <a:r>
                <a:rPr lang="en-GB" sz="24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DengXian" panose="02010600030101010101" pitchFamily="2" charset="-122"/>
                </a:rPr>
                <a:t> is non-zero.</a:t>
              </a:r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171156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501AB90C-A853-FE5D-52F1-6E562795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7" y="4410636"/>
            <a:ext cx="11607053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kumimoji="0" lang="en-GB" altLang="en-US" sz="2400" b="1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                                          </a:t>
            </a:r>
            <a:r>
              <a:rPr lang="en-GB" altLang="en-US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3000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GB" altLang="en-US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Xw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GB" altLang="en-US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3000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GB" altLang="en-US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Then 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is a square matrix, which is invertible.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    w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= (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1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GB" altLang="en-US" sz="2400" b="0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-1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GB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US" sz="240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This is equivalent to minimise mean squared error: 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||</a:t>
            </a:r>
            <a:r>
              <a:rPr lang="en-GB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</a:rPr>
              <a:t>Xw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-</a:t>
            </a:r>
            <a:r>
              <a:rPr lang="en-GB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||</a:t>
            </a:r>
            <a:r>
              <a:rPr lang="en-GB" sz="2400" baseline="300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2 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, called </a:t>
            </a:r>
            <a:r>
              <a:rPr lang="en-GB" sz="2400" b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</a:rPr>
              <a:t>least squared</a:t>
            </a:r>
            <a:endParaRPr kumimoji="0" lang="en-GB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7BDB5-CB65-77DF-655F-3D8890EB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Linear Algebra- </a:t>
            </a:r>
            <a:r>
              <a:rPr lang="en-GB" sz="3200">
                <a:ea typeface="DengXian" panose="02010600030101010101" pitchFamily="2" charset="-122"/>
                <a:cs typeface="Times New Roman" panose="02020603050405020304" pitchFamily="18" charset="0"/>
              </a:rPr>
              <a:t>Least Squared Estimation</a:t>
            </a:r>
            <a:endParaRPr lang="en-GB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50FCB-7AA8-EF33-2579-6F5DAC5380C4}"/>
              </a:ext>
            </a:extLst>
          </p:cNvPr>
          <p:cNvSpPr txBox="1"/>
          <p:nvPr/>
        </p:nvSpPr>
        <p:spPr>
          <a:xfrm>
            <a:off x="204278" y="1080312"/>
            <a:ext cx="11831960" cy="165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a vector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elements, </a:t>
            </a:r>
            <a:r>
              <a:rPr lang="en-GB" sz="24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measurements are sufficient to find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In practice, more measurements might be available which makes the estimation more robust to noise. Noise arises if for some reason the measurements in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2400" b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GB" sz="24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are imperfect.</a:t>
            </a:r>
            <a:endParaRPr lang="en-GB" sz="20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46" name="Ink 1036">
                <a:extLst>
                  <a:ext uri="{FF2B5EF4-FFF2-40B4-BE49-F238E27FC236}">
                    <a16:creationId xmlns:a16="http://schemas.microsoft.com/office/drawing/2014/main" id="{DBD80204-C6DD-0B4F-336A-C500E497AFD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79046" y="5083736"/>
              <a:ext cx="45719" cy="26988"/>
            </p14:xfrm>
          </p:contentPart>
        </mc:Choice>
        <mc:Fallback xmlns="">
          <p:pic>
            <p:nvPicPr>
              <p:cNvPr id="6146" name="Ink 1036">
                <a:extLst>
                  <a:ext uri="{FF2B5EF4-FFF2-40B4-BE49-F238E27FC236}">
                    <a16:creationId xmlns:a16="http://schemas.microsoft.com/office/drawing/2014/main" id="{DBD80204-C6DD-0B4F-336A-C500E497AFDB}"/>
                  </a:ext>
                </a:extLst>
              </p:cNvPr>
              <p:cNvPicPr/>
              <p:nvPr/>
            </p:nvPicPr>
            <p:blipFill/>
            <p:spPr/>
          </p:pic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0CFF772F-AF0F-5C92-DAD4-BC02BC101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947" y="4182036"/>
            <a:ext cx="107643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7553D94-5664-F498-4669-6578950A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19" y="2655283"/>
            <a:ext cx="118804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Suppose that we have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measurements with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&gt;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. Then, 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has dimension of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×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. In this case, 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cannot be inverted as it's not a square matrix. To solve 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w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, we need a small trick as follows: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en-GB" altLang="en-US" sz="2400" b="1" err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Xw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GB" altLang="en-US" sz="2400" b="1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    Multiply 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GB" altLang="en-US" sz="2400" b="0" i="0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on both sides,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we have</a:t>
            </a:r>
            <a:r>
              <a:rPr kumimoji="0" lang="en-GB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756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EBB4-029C-2889-D685-EE968F8A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 Least Squared Line Fitting Example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DC764D-9A26-59DC-52B0-3C2A4A13FB79}"/>
              </a:ext>
            </a:extLst>
          </p:cNvPr>
          <p:cNvGrpSpPr/>
          <p:nvPr/>
        </p:nvGrpSpPr>
        <p:grpSpPr>
          <a:xfrm>
            <a:off x="204478" y="945113"/>
            <a:ext cx="3983760" cy="4534920"/>
            <a:chOff x="204478" y="945113"/>
            <a:chExt cx="3983760" cy="453492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C1AF00C-5B7F-7EF7-3D45-5F1E34529AFF}"/>
                </a:ext>
              </a:extLst>
            </p:cNvPr>
            <p:cNvGrpSpPr/>
            <p:nvPr/>
          </p:nvGrpSpPr>
          <p:grpSpPr>
            <a:xfrm>
              <a:off x="204478" y="1242833"/>
              <a:ext cx="3983760" cy="4237200"/>
              <a:chOff x="672560" y="1282667"/>
              <a:chExt cx="3983760" cy="4237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DA9FBC74-3F04-8300-11D8-D171AB68B84F}"/>
                      </a:ext>
                    </a:extLst>
                  </p14:cNvPr>
                  <p14:cNvContentPartPr/>
                  <p14:nvPr/>
                </p14:nvContentPartPr>
                <p14:xfrm>
                  <a:off x="672560" y="3987707"/>
                  <a:ext cx="3983760" cy="36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DA9FBC74-3F04-8300-11D8-D171AB68B84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63559" y="3978707"/>
                    <a:ext cx="4001402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A0B0E20A-B973-ED6E-8893-8C079E5032D6}"/>
                      </a:ext>
                    </a:extLst>
                  </p14:cNvPr>
                  <p14:cNvContentPartPr/>
                  <p14:nvPr/>
                </p14:nvContentPartPr>
                <p14:xfrm>
                  <a:off x="1166840" y="1487867"/>
                  <a:ext cx="360" cy="403200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A0B0E20A-B973-ED6E-8893-8C079E5032D6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57840" y="1478868"/>
                    <a:ext cx="18000" cy="4049638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D4A0EF9-D31F-7E6D-C1D5-D569E37EBB33}"/>
                  </a:ext>
                </a:extLst>
              </p:cNvPr>
              <p:cNvGrpSpPr/>
              <p:nvPr/>
            </p:nvGrpSpPr>
            <p:grpSpPr>
              <a:xfrm>
                <a:off x="4394960" y="4141067"/>
                <a:ext cx="191160" cy="258120"/>
                <a:chOff x="4394960" y="4141067"/>
                <a:chExt cx="191160" cy="258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843FA0CD-E16A-A158-3E62-1E9EA5AD73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94960" y="4203347"/>
                    <a:ext cx="191160" cy="19584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843FA0CD-E16A-A158-3E62-1E9EA5AD7307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385960" y="4194347"/>
                      <a:ext cx="208800" cy="213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22" name="Ink 21">
                      <a:extLst>
                        <a:ext uri="{FF2B5EF4-FFF2-40B4-BE49-F238E27FC236}">
                          <a16:creationId xmlns:a16="http://schemas.microsoft.com/office/drawing/2014/main" id="{31DC9CAB-9D39-AB7A-7F40-A138421E96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01440" y="4141067"/>
                    <a:ext cx="181440" cy="239400"/>
                  </p14:xfrm>
                </p:contentPart>
              </mc:Choice>
              <mc:Fallback xmlns="">
                <p:pic>
                  <p:nvPicPr>
                    <p:cNvPr id="22" name="Ink 21">
                      <a:extLst>
                        <a:ext uri="{FF2B5EF4-FFF2-40B4-BE49-F238E27FC236}">
                          <a16:creationId xmlns:a16="http://schemas.microsoft.com/office/drawing/2014/main" id="{31DC9CAB-9D39-AB7A-7F40-A138421E9644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4392440" y="4132067"/>
                      <a:ext cx="199080" cy="2570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000CF3C8-85E3-9497-150D-87A4D46FAD4E}"/>
                      </a:ext>
                    </a:extLst>
                  </p14:cNvPr>
                  <p14:cNvContentPartPr/>
                  <p14:nvPr/>
                </p14:nvContentPartPr>
                <p14:xfrm>
                  <a:off x="801080" y="1319747"/>
                  <a:ext cx="169200" cy="45720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000CF3C8-85E3-9497-150D-87A4D46FAD4E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92061" y="1310747"/>
                    <a:ext cx="186878" cy="47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496D9C08-3D69-702C-18F0-DE6BF4A5687E}"/>
                      </a:ext>
                    </a:extLst>
                  </p14:cNvPr>
                  <p14:cNvContentPartPr/>
                  <p14:nvPr/>
                </p14:nvContentPartPr>
                <p14:xfrm>
                  <a:off x="1626920" y="3201467"/>
                  <a:ext cx="109080" cy="12492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496D9C08-3D69-702C-18F0-DE6BF4A5687E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617920" y="3192467"/>
                    <a:ext cx="126720" cy="14256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84A0902-D2A6-4416-5D1D-471305475F5E}"/>
                  </a:ext>
                </a:extLst>
              </p:cNvPr>
              <p:cNvGrpSpPr/>
              <p:nvPr/>
            </p:nvGrpSpPr>
            <p:grpSpPr>
              <a:xfrm>
                <a:off x="1726640" y="1619267"/>
                <a:ext cx="1539000" cy="1238040"/>
                <a:chOff x="1726640" y="1619267"/>
                <a:chExt cx="1539000" cy="12380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39" name="Ink 38">
                      <a:extLst>
                        <a:ext uri="{FF2B5EF4-FFF2-40B4-BE49-F238E27FC236}">
                          <a16:creationId xmlns:a16="http://schemas.microsoft.com/office/drawing/2014/main" id="{F8F6407A-A00D-24A7-C0CA-732106CB483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26640" y="2719787"/>
                    <a:ext cx="114840" cy="137520"/>
                  </p14:xfrm>
                </p:contentPart>
              </mc:Choice>
              <mc:Fallback xmlns="">
                <p:pic>
                  <p:nvPicPr>
                    <p:cNvPr id="39" name="Ink 38">
                      <a:extLst>
                        <a:ext uri="{FF2B5EF4-FFF2-40B4-BE49-F238E27FC236}">
                          <a16:creationId xmlns:a16="http://schemas.microsoft.com/office/drawing/2014/main" id="{F8F6407A-A00D-24A7-C0CA-732106CB4835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1717640" y="2710787"/>
                      <a:ext cx="132480" cy="155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40" name="Ink 39">
                      <a:extLst>
                        <a:ext uri="{FF2B5EF4-FFF2-40B4-BE49-F238E27FC236}">
                          <a16:creationId xmlns:a16="http://schemas.microsoft.com/office/drawing/2014/main" id="{10808DF1-818F-B405-FBF1-E46936342F7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17240" y="2165027"/>
                    <a:ext cx="122040" cy="135360"/>
                  </p14:xfrm>
                </p:contentPart>
              </mc:Choice>
              <mc:Fallback xmlns="">
                <p:pic>
                  <p:nvPicPr>
                    <p:cNvPr id="40" name="Ink 39">
                      <a:extLst>
                        <a:ext uri="{FF2B5EF4-FFF2-40B4-BE49-F238E27FC236}">
                          <a16:creationId xmlns:a16="http://schemas.microsoft.com/office/drawing/2014/main" id="{10808DF1-818F-B405-FBF1-E46936342F73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2108240" y="2156003"/>
                      <a:ext cx="139680" cy="15304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F97AFB57-A316-107D-63E7-FD30100002B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36800" y="1848227"/>
                    <a:ext cx="100800" cy="103680"/>
                  </p14:xfrm>
                </p:contentPart>
              </mc:Choice>
              <mc:Fallback xmlns="">
                <p:pic>
                  <p:nvPicPr>
                    <p:cNvPr id="47" name="Ink 46">
                      <a:extLst>
                        <a:ext uri="{FF2B5EF4-FFF2-40B4-BE49-F238E27FC236}">
                          <a16:creationId xmlns:a16="http://schemas.microsoft.com/office/drawing/2014/main" id="{F97AFB57-A316-107D-63E7-FD30100002B6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2727800" y="1839258"/>
                      <a:ext cx="118440" cy="1212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53" name="Ink 52">
                      <a:extLst>
                        <a:ext uri="{FF2B5EF4-FFF2-40B4-BE49-F238E27FC236}">
                          <a16:creationId xmlns:a16="http://schemas.microsoft.com/office/drawing/2014/main" id="{A9F818E5-882F-29AC-E792-98E46E97271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52960" y="1619267"/>
                    <a:ext cx="112680" cy="122760"/>
                  </p14:xfrm>
                </p:contentPart>
              </mc:Choice>
              <mc:Fallback xmlns="">
                <p:pic>
                  <p:nvPicPr>
                    <p:cNvPr id="53" name="Ink 52">
                      <a:extLst>
                        <a:ext uri="{FF2B5EF4-FFF2-40B4-BE49-F238E27FC236}">
                          <a16:creationId xmlns:a16="http://schemas.microsoft.com/office/drawing/2014/main" id="{A9F818E5-882F-29AC-E792-98E46E972714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3143960" y="1610267"/>
                      <a:ext cx="130320" cy="140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58" name="Ink 57">
                      <a:extLst>
                        <a:ext uri="{FF2B5EF4-FFF2-40B4-BE49-F238E27FC236}">
                          <a16:creationId xmlns:a16="http://schemas.microsoft.com/office/drawing/2014/main" id="{BC4ED3F0-9F64-5A76-FA71-FEECA7150D4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12360" y="2544107"/>
                    <a:ext cx="2880" cy="4320"/>
                  </p14:xfrm>
                </p:contentPart>
              </mc:Choice>
              <mc:Fallback xmlns="">
                <p:pic>
                  <p:nvPicPr>
                    <p:cNvPr id="58" name="Ink 57">
                      <a:extLst>
                        <a:ext uri="{FF2B5EF4-FFF2-40B4-BE49-F238E27FC236}">
                          <a16:creationId xmlns:a16="http://schemas.microsoft.com/office/drawing/2014/main" id="{BC4ED3F0-9F64-5A76-FA71-FEECA7150D4E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2304360" y="2535107"/>
                      <a:ext cx="18560" cy="21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62" name="Ink 61">
                      <a:extLst>
                        <a:ext uri="{FF2B5EF4-FFF2-40B4-BE49-F238E27FC236}">
                          <a16:creationId xmlns:a16="http://schemas.microsoft.com/office/drawing/2014/main" id="{971721C5-D2B6-6277-FC7C-C6470B8AE68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48640" y="2454107"/>
                    <a:ext cx="105480" cy="96480"/>
                  </p14:xfrm>
                </p:contentPart>
              </mc:Choice>
              <mc:Fallback xmlns="">
                <p:pic>
                  <p:nvPicPr>
                    <p:cNvPr id="62" name="Ink 61">
                      <a:extLst>
                        <a:ext uri="{FF2B5EF4-FFF2-40B4-BE49-F238E27FC236}">
                          <a16:creationId xmlns:a16="http://schemas.microsoft.com/office/drawing/2014/main" id="{971721C5-D2B6-6277-FC7C-C6470B8AE682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2239640" y="2445107"/>
                      <a:ext cx="123120" cy="114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73" name="Ink 72">
                      <a:extLst>
                        <a:ext uri="{FF2B5EF4-FFF2-40B4-BE49-F238E27FC236}">
                          <a16:creationId xmlns:a16="http://schemas.microsoft.com/office/drawing/2014/main" id="{96E72D26-326E-6A89-0C11-489E2269CD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78160" y="2519627"/>
                    <a:ext cx="32760" cy="26280"/>
                  </p14:xfrm>
                </p:contentPart>
              </mc:Choice>
              <mc:Fallback xmlns="">
                <p:pic>
                  <p:nvPicPr>
                    <p:cNvPr id="73" name="Ink 72">
                      <a:extLst>
                        <a:ext uri="{FF2B5EF4-FFF2-40B4-BE49-F238E27FC236}">
                          <a16:creationId xmlns:a16="http://schemas.microsoft.com/office/drawing/2014/main" id="{96E72D26-326E-6A89-0C11-489E2269CD76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2269160" y="2510627"/>
                      <a:ext cx="50400" cy="439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78C497E3-F4C6-10A7-C064-9DEAF7A8374B}"/>
                      </a:ext>
                    </a:extLst>
                  </p14:cNvPr>
                  <p14:cNvContentPartPr/>
                  <p14:nvPr/>
                </p14:nvContentPartPr>
                <p14:xfrm>
                  <a:off x="2168360" y="2223347"/>
                  <a:ext cx="71640" cy="5616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78C497E3-F4C6-10A7-C064-9DEAF7A8374B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2159315" y="2214347"/>
                    <a:ext cx="89369" cy="7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01635D78-14A4-9787-BA74-77004C2E0B33}"/>
                      </a:ext>
                    </a:extLst>
                  </p14:cNvPr>
                  <p14:cNvContentPartPr/>
                  <p14:nvPr/>
                </p14:nvContentPartPr>
                <p14:xfrm>
                  <a:off x="1760120" y="2790707"/>
                  <a:ext cx="69120" cy="6732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01635D78-14A4-9787-BA74-77004C2E0B33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751120" y="2781707"/>
                    <a:ext cx="86760" cy="84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548A9AE7-56E4-50F6-66E6-CD940AB8AB1A}"/>
                      </a:ext>
                    </a:extLst>
                  </p14:cNvPr>
                  <p14:cNvContentPartPr/>
                  <p14:nvPr/>
                </p14:nvContentPartPr>
                <p14:xfrm>
                  <a:off x="1654280" y="3283547"/>
                  <a:ext cx="52200" cy="3636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548A9AE7-56E4-50F6-66E6-CD940AB8AB1A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1645280" y="3274547"/>
                    <a:ext cx="69840" cy="5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CA56EE4C-2D9B-8A64-59ED-1FEC7725FDD4}"/>
                      </a:ext>
                    </a:extLst>
                  </p14:cNvPr>
                  <p14:cNvContentPartPr/>
                  <p14:nvPr/>
                </p14:nvContentPartPr>
                <p14:xfrm>
                  <a:off x="3138920" y="1282667"/>
                  <a:ext cx="93960" cy="1040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CA56EE4C-2D9B-8A64-59ED-1FEC7725FDD4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129954" y="1273667"/>
                    <a:ext cx="111533" cy="1216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4D53AD2-BD4C-B809-41D2-2C83B4DAC57F}"/>
                    </a:ext>
                  </a:extLst>
                </p14:cNvPr>
                <p14:cNvContentPartPr/>
                <p14:nvPr/>
              </p14:nvContentPartPr>
              <p14:xfrm>
                <a:off x="339298" y="945113"/>
                <a:ext cx="2721960" cy="31312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4D53AD2-BD4C-B809-41D2-2C83B4DAC5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0298" y="936113"/>
                  <a:ext cx="2739600" cy="31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2FDA2D9-F385-30BF-751F-7A7B6BC5486A}"/>
                  </a:ext>
                </a:extLst>
              </p14:cNvPr>
              <p14:cNvContentPartPr/>
              <p14:nvPr/>
            </p14:nvContentPartPr>
            <p14:xfrm>
              <a:off x="7274548" y="3184854"/>
              <a:ext cx="11520" cy="14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2FDA2D9-F385-30BF-751F-7A7B6BC5486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65548" y="3175629"/>
                <a:ext cx="29160" cy="32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1943A64-7EBC-F704-AFB1-F979B6CEE7DD}"/>
                  </a:ext>
                </a:extLst>
              </p14:cNvPr>
              <p14:cNvContentPartPr/>
              <p14:nvPr/>
            </p14:nvContentPartPr>
            <p14:xfrm>
              <a:off x="6235588" y="2377014"/>
              <a:ext cx="20160" cy="7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1943A64-7EBC-F704-AFB1-F979B6CEE7D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26746" y="2368014"/>
                <a:ext cx="37491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A0C8C8F-632E-7ADF-EA61-19C6C796B53E}"/>
                  </a:ext>
                </a:extLst>
              </p14:cNvPr>
              <p14:cNvContentPartPr/>
              <p14:nvPr/>
            </p14:nvContentPartPr>
            <p14:xfrm>
              <a:off x="7958188" y="1526334"/>
              <a:ext cx="22320" cy="9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A0C8C8F-632E-7ADF-EA61-19C6C796B5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49188" y="1517334"/>
                <a:ext cx="399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839010A-FC5C-5A9E-5588-BE1DC8F85ECE}"/>
                  </a:ext>
                </a:extLst>
              </p14:cNvPr>
              <p14:cNvContentPartPr/>
              <p14:nvPr/>
            </p14:nvContentPartPr>
            <p14:xfrm>
              <a:off x="9135028" y="1531374"/>
              <a:ext cx="1800" cy="9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839010A-FC5C-5A9E-5588-BE1DC8F85EC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126028" y="1522374"/>
                <a:ext cx="19440" cy="266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409D77F-5DEE-A26E-4107-853803B244B0}"/>
              </a:ext>
            </a:extLst>
          </p:cNvPr>
          <p:cNvSpPr txBox="1"/>
          <p:nvPr/>
        </p:nvSpPr>
        <p:spPr>
          <a:xfrm>
            <a:off x="4848920" y="1069941"/>
            <a:ext cx="2803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latin typeface="+mj-lt"/>
              </a:rPr>
              <a:t>Line fitting: </a:t>
            </a:r>
            <a:r>
              <a:rPr lang="en-GB" sz="2400" b="1">
                <a:latin typeface="+mj-lt"/>
              </a:rPr>
              <a:t>y</a:t>
            </a:r>
            <a:r>
              <a:rPr lang="en-GB" sz="2400">
                <a:latin typeface="+mj-lt"/>
              </a:rPr>
              <a:t>=</a:t>
            </a:r>
            <a:r>
              <a:rPr lang="en-GB" sz="2400" err="1">
                <a:latin typeface="+mj-lt"/>
              </a:rPr>
              <a:t>a</a:t>
            </a:r>
            <a:r>
              <a:rPr lang="en-GB" sz="2400" b="1" err="1">
                <a:latin typeface="+mj-lt"/>
              </a:rPr>
              <a:t>x</a:t>
            </a:r>
            <a:r>
              <a:rPr lang="en-GB" sz="2400" err="1">
                <a:latin typeface="+mj-lt"/>
              </a:rPr>
              <a:t>+b</a:t>
            </a:r>
            <a:endParaRPr lang="en-GB" sz="2400">
              <a:latin typeface="+mj-lt"/>
            </a:endParaRPr>
          </a:p>
          <a:p>
            <a:endParaRPr lang="en-GB" sz="2400">
              <a:latin typeface="+mj-lt"/>
            </a:endParaRPr>
          </a:p>
          <a:p>
            <a:r>
              <a:rPr lang="en-GB" sz="2400">
                <a:latin typeface="+mj-lt"/>
              </a:rPr>
              <a:t>Matrix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7237A-E145-329D-879B-7C02A041D225}"/>
                  </a:ext>
                </a:extLst>
              </p:cNvPr>
              <p:cNvSpPr txBox="1"/>
              <p:nvPr/>
            </p:nvSpPr>
            <p:spPr>
              <a:xfrm>
                <a:off x="7008919" y="2114939"/>
                <a:ext cx="2605649" cy="14061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GB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err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7237A-E145-329D-879B-7C02A041D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919" y="2114939"/>
                <a:ext cx="2605649" cy="14061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D6A32A1-E01D-405C-E99F-BA46D5A256FD}"/>
              </a:ext>
            </a:extLst>
          </p:cNvPr>
          <p:cNvSpPr txBox="1"/>
          <p:nvPr/>
        </p:nvSpPr>
        <p:spPr>
          <a:xfrm>
            <a:off x="4769347" y="4208307"/>
            <a:ext cx="2153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latin typeface="+mj-lt"/>
              </a:rPr>
              <a:t>Solve a and 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4E9A9D-B936-27C2-EFC4-809DB73050EE}"/>
                  </a:ext>
                </a:extLst>
              </p:cNvPr>
              <p:cNvSpPr txBox="1"/>
              <p:nvPr/>
            </p:nvSpPr>
            <p:spPr>
              <a:xfrm>
                <a:off x="4022458" y="4823052"/>
                <a:ext cx="8249245" cy="14860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4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GB" sz="2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GB" sz="24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4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en-GB" sz="24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400" i="1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i="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GB" sz="2400" i="0" dirty="0" err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24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i="0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err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4E9A9D-B936-27C2-EFC4-809DB7305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458" y="4823052"/>
                <a:ext cx="8249245" cy="148604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21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7CFA2C2-695A-BA75-BC74-BCE4D804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Differentiation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186E9-0441-CC4E-05D1-F73F7A7D26AC}"/>
              </a:ext>
            </a:extLst>
          </p:cNvPr>
          <p:cNvSpPr txBox="1"/>
          <p:nvPr/>
        </p:nvSpPr>
        <p:spPr>
          <a:xfrm>
            <a:off x="235084" y="1207879"/>
            <a:ext cx="11528899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derivative </a:t>
            </a:r>
            <a:r>
              <a:rPr lang="en-GB" sz="28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f’(x) </a:t>
            </a: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of a function </a:t>
            </a:r>
            <a:r>
              <a:rPr lang="en-GB" sz="28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f(x) </a:t>
            </a: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is a function or a value that describes how fast </a:t>
            </a:r>
            <a:r>
              <a:rPr lang="en-GB" sz="28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f(x) </a:t>
            </a: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changes (decrease or increase). The process of finding the derivative is </a:t>
            </a:r>
            <a:r>
              <a:rPr lang="en-GB" sz="2800" b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differentiation</a:t>
            </a:r>
            <a:r>
              <a:rPr lang="en-GB" sz="1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algn="just">
              <a:spcAft>
                <a:spcPts val="800"/>
              </a:spcAft>
            </a:pPr>
            <a:endParaRPr lang="en-GB" sz="16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If the derivative is a constant value, it indicates that the original function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f(x)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consistently increases or decreases at any point of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. E.g.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f(x)=3x, then f’(x)=3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If the derivative is a function,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f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can increase or decrease at different point of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which is represented by a function.  E.g.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f(x)=3x</a:t>
            </a:r>
            <a:r>
              <a:rPr lang="en-GB" sz="2400" i="1" baseline="300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, then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f’(x)=6x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Review how to perform differentiation of different functions (need to know what chain rule is,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f(x)=h(g(x))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, then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f’(x)= h’(g(x)) g’(x) 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: e.g. </a:t>
            </a:r>
            <a:r>
              <a:rPr lang="en-GB" sz="2400" i="1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f(x)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=(5x+1)</a:t>
            </a:r>
            <a:r>
              <a:rPr lang="en-GB" sz="2400" baseline="300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359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88B388-8F5B-E810-56E5-B81F1BB7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Partial Derivatives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459D4F-595A-BE97-6436-45E192D99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03" y="3853012"/>
            <a:ext cx="1157119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000F2-8C10-8631-8701-C2D7869E0523}"/>
              </a:ext>
            </a:extLst>
          </p:cNvPr>
          <p:cNvSpPr txBox="1"/>
          <p:nvPr/>
        </p:nvSpPr>
        <p:spPr>
          <a:xfrm>
            <a:off x="183204" y="1251209"/>
            <a:ext cx="11243553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Instead of </a:t>
            </a:r>
            <a:r>
              <a:rPr lang="en-GB" sz="24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we may have more than one variable or a vector of variables. E.g., </a:t>
            </a:r>
            <a:r>
              <a:rPr lang="en-GB" sz="24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f(x, y)= 3x</a:t>
            </a:r>
            <a:r>
              <a:rPr lang="en-GB" sz="2400" i="1" baseline="300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GB" sz="24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+5y</a:t>
            </a:r>
            <a:r>
              <a:rPr lang="en-GB" sz="2400" i="1" baseline="300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GB" sz="2400" i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+10</a:t>
            </a: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Partial derivative is used here to calculate the changes with respect to each of the variables.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When calculating derivative for one variable, treating others as constant values.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vector of partial derivatives is also called </a:t>
            </a:r>
            <a:r>
              <a:rPr lang="en-GB" sz="2400" b="1"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GB" sz="2400" b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radient.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2400" b="1">
              <a:latin typeface="Arial" panose="020B06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2400" b="1">
              <a:effectLst/>
              <a:latin typeface="Arial" panose="020B06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5654079E-1CC1-1D04-EBEA-7BCA1DA0E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57" y="5115753"/>
            <a:ext cx="116688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The gradient of function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f 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is denoted as ∇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f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, given by the vector [</a:t>
            </a:r>
            <a:r>
              <a:rPr kumimoji="0" lang="en-GB" alt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∂f/∂x, ∂f/∂y 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]. The chain rule can also be used for partial derivatives. </a:t>
            </a:r>
            <a:endParaRPr kumimoji="0" lang="en-GB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961D1950-5CF1-6FEB-F1FF-9BE3B58EA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84" y="5723748"/>
            <a:ext cx="117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240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0511A-FD67-E96A-3B67-FD15A042C384}"/>
                  </a:ext>
                </a:extLst>
              </p:cNvPr>
              <p:cNvSpPr txBox="1"/>
              <p:nvPr/>
            </p:nvSpPr>
            <p:spPr>
              <a:xfrm>
                <a:off x="4068077" y="4127753"/>
                <a:ext cx="3744102" cy="765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GB" sz="24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sz="24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      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GB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GB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err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0511A-FD67-E96A-3B67-FD15A042C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77" y="4127753"/>
                <a:ext cx="3744102" cy="7654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0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97A3-0513-E6B6-D82B-C0C5603D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Why do we need to optimise a function?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F1AD0-5A71-A417-B10A-D2FCB678A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C266B-FFD0-11C7-2EB3-06FF436D8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09" y="1162483"/>
            <a:ext cx="115337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A function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f(w)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in machine learning is normally used to measure the error between </a:t>
            </a:r>
            <a:r>
              <a:rPr lang="en-GB" altLang="en-US" sz="240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the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estimated values and the corresponding target values.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zh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Optimisation can be used to find the best variable value </a:t>
            </a:r>
            <a:r>
              <a:rPr lang="en-GB" altLang="zh-CN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</a:t>
            </a:r>
            <a:r>
              <a:rPr kumimoji="0" lang="en-GB" altLang="zh-CN" sz="2400" b="0" i="1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that generates the minimum function value </a:t>
            </a:r>
            <a:r>
              <a:rPr kumimoji="0" lang="en-GB" altLang="zh-CN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f(w</a:t>
            </a:r>
            <a:r>
              <a:rPr kumimoji="0" lang="en-GB" altLang="zh-CN" sz="2400" b="0" i="1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GB" altLang="zh-CN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) </a:t>
            </a: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(minimum error). </a:t>
            </a:r>
            <a:endParaRPr kumimoji="0" lang="en-GB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365709A-8144-1424-422E-D900B1BE9242}"/>
              </a:ext>
            </a:extLst>
          </p:cNvPr>
          <p:cNvGrpSpPr/>
          <p:nvPr/>
        </p:nvGrpSpPr>
        <p:grpSpPr>
          <a:xfrm>
            <a:off x="7469668" y="3101475"/>
            <a:ext cx="3974764" cy="3607560"/>
            <a:chOff x="7292548" y="2701014"/>
            <a:chExt cx="4597560" cy="40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45FCB8-A06E-FE8E-B843-DB2DF6170842}"/>
                    </a:ext>
                  </a:extLst>
                </p14:cNvPr>
                <p14:cNvContentPartPr/>
                <p14:nvPr/>
              </p14:nvContentPartPr>
              <p14:xfrm>
                <a:off x="7292548" y="5692614"/>
                <a:ext cx="2967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45FCB8-A06E-FE8E-B843-DB2DF617084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82140" y="5683614"/>
                  <a:ext cx="2987520" cy="18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FB64B0A-797A-780A-36CC-BC15CF0FD3B4}"/>
                </a:ext>
              </a:extLst>
            </p:cNvPr>
            <p:cNvGrpSpPr/>
            <p:nvPr/>
          </p:nvGrpSpPr>
          <p:grpSpPr>
            <a:xfrm>
              <a:off x="8316388" y="4536654"/>
              <a:ext cx="953280" cy="669240"/>
              <a:chOff x="8316388" y="4536654"/>
              <a:chExt cx="953280" cy="669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25103633-FB04-049A-E047-F8C097852CCA}"/>
                      </a:ext>
                    </a:extLst>
                  </p14:cNvPr>
                  <p14:cNvContentPartPr/>
                  <p14:nvPr/>
                </p14:nvContentPartPr>
                <p14:xfrm>
                  <a:off x="8316388" y="5101134"/>
                  <a:ext cx="114840" cy="10476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25103633-FB04-049A-E047-F8C097852CC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305986" y="5090983"/>
                    <a:ext cx="135228" cy="1246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D4ABE5E0-8E15-B4E9-817D-DBB26514EFE0}"/>
                      </a:ext>
                    </a:extLst>
                  </p14:cNvPr>
                  <p14:cNvContentPartPr/>
                  <p14:nvPr/>
                </p14:nvContentPartPr>
                <p14:xfrm>
                  <a:off x="8526268" y="4752654"/>
                  <a:ext cx="122760" cy="1166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D4ABE5E0-8E15-B4E9-817D-DBB26514EFE0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515900" y="4742494"/>
                    <a:ext cx="143082" cy="1365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B4EFA746-35E8-1737-931B-30CBB0A09957}"/>
                      </a:ext>
                    </a:extLst>
                  </p14:cNvPr>
                  <p14:cNvContentPartPr/>
                  <p14:nvPr/>
                </p14:nvContentPartPr>
                <p14:xfrm>
                  <a:off x="9141508" y="4536654"/>
                  <a:ext cx="128160" cy="11736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B4EFA746-35E8-1737-931B-30CBB0A09957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131105" y="4526502"/>
                    <a:ext cx="148549" cy="13725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FD70F14-CE00-7DA4-0A98-CF6EA3BEAC4E}"/>
                </a:ext>
              </a:extLst>
            </p:cNvPr>
            <p:cNvGrpSpPr/>
            <p:nvPr/>
          </p:nvGrpSpPr>
          <p:grpSpPr>
            <a:xfrm>
              <a:off x="9076708" y="3349734"/>
              <a:ext cx="763920" cy="628560"/>
              <a:chOff x="9076708" y="3349734"/>
              <a:chExt cx="763920" cy="628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20C5C0F4-FCD4-BDCF-837D-832F551F6B58}"/>
                      </a:ext>
                    </a:extLst>
                  </p14:cNvPr>
                  <p14:cNvContentPartPr/>
                  <p14:nvPr/>
                </p14:nvContentPartPr>
                <p14:xfrm>
                  <a:off x="9076708" y="3849054"/>
                  <a:ext cx="93240" cy="12924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20C5C0F4-FCD4-BDCF-837D-832F551F6B5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9066302" y="3838894"/>
                    <a:ext cx="113636" cy="149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7C271973-D739-53EB-3432-F484F4DACF5C}"/>
                      </a:ext>
                    </a:extLst>
                  </p14:cNvPr>
                  <p14:cNvContentPartPr/>
                  <p14:nvPr/>
                </p14:nvContentPartPr>
                <p14:xfrm>
                  <a:off x="9732268" y="3743574"/>
                  <a:ext cx="108360" cy="9576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7C271973-D739-53EB-3432-F484F4DACF5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721849" y="3733387"/>
                    <a:ext cx="128782" cy="1157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FA1E6DE-41C1-322B-4627-90529FDE6AD3}"/>
                      </a:ext>
                    </a:extLst>
                  </p14:cNvPr>
                  <p14:cNvContentPartPr/>
                  <p14:nvPr/>
                </p14:nvContentPartPr>
                <p14:xfrm>
                  <a:off x="9546148" y="3349734"/>
                  <a:ext cx="88560" cy="16020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FA1E6DE-41C1-322B-4627-90529FDE6AD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9535802" y="3339543"/>
                    <a:ext cx="108838" cy="18017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E62B94-8565-606D-180C-C1410015248E}"/>
                    </a:ext>
                  </a:extLst>
                </p14:cNvPr>
                <p14:cNvContentPartPr/>
                <p14:nvPr/>
              </p14:nvContentPartPr>
              <p14:xfrm>
                <a:off x="9939988" y="3196014"/>
                <a:ext cx="133200" cy="124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E62B94-8565-606D-180C-C141001524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29549" y="3185834"/>
                  <a:ext cx="153660" cy="14415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13847BF-22FB-0933-D251-B1763B2862FA}"/>
                </a:ext>
              </a:extLst>
            </p:cNvPr>
            <p:cNvGrpSpPr/>
            <p:nvPr/>
          </p:nvGrpSpPr>
          <p:grpSpPr>
            <a:xfrm>
              <a:off x="10175428" y="5613414"/>
              <a:ext cx="375120" cy="552600"/>
              <a:chOff x="10175428" y="5613414"/>
              <a:chExt cx="375120" cy="55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64A240EC-01A7-F7B7-C676-F5114B8303CC}"/>
                      </a:ext>
                    </a:extLst>
                  </p14:cNvPr>
                  <p14:cNvContentPartPr/>
                  <p14:nvPr/>
                </p14:nvContentPartPr>
                <p14:xfrm>
                  <a:off x="10175428" y="5613414"/>
                  <a:ext cx="195480" cy="20412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64A240EC-01A7-F7B7-C676-F5114B8303CC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0165030" y="5603249"/>
                    <a:ext cx="215860" cy="2240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8FBD61A2-604D-11C1-1F5F-107F32347442}"/>
                      </a:ext>
                    </a:extLst>
                  </p14:cNvPr>
                  <p14:cNvContentPartPr/>
                  <p14:nvPr/>
                </p14:nvContentPartPr>
                <p14:xfrm>
                  <a:off x="10360108" y="5926974"/>
                  <a:ext cx="156600" cy="239040"/>
                </p14:xfrm>
              </p:contentPart>
            </mc:Choice>
            <mc:Fallback xmlns=""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8FBD61A2-604D-11C1-1F5F-107F32347442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10349696" y="5916811"/>
                    <a:ext cx="177008" cy="25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119D98E8-ED3F-D95A-8872-659D979CC385}"/>
                      </a:ext>
                    </a:extLst>
                  </p14:cNvPr>
                  <p14:cNvContentPartPr/>
                  <p14:nvPr/>
                </p14:nvContentPartPr>
                <p14:xfrm>
                  <a:off x="10308268" y="5935974"/>
                  <a:ext cx="242280" cy="20232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119D98E8-ED3F-D95A-8872-659D979CC385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10297861" y="5925797"/>
                    <a:ext cx="262678" cy="22226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3A17DBD-3AE7-6C70-7C34-B1D803863DF9}"/>
                </a:ext>
              </a:extLst>
            </p:cNvPr>
            <p:cNvGrpSpPr/>
            <p:nvPr/>
          </p:nvGrpSpPr>
          <p:grpSpPr>
            <a:xfrm>
              <a:off x="7335748" y="3170454"/>
              <a:ext cx="630000" cy="3607560"/>
              <a:chOff x="7335748" y="3170454"/>
              <a:chExt cx="630000" cy="3607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CE504E2E-82F5-C603-BB8F-87BF77C876C5}"/>
                      </a:ext>
                    </a:extLst>
                  </p14:cNvPr>
                  <p14:cNvContentPartPr/>
                  <p14:nvPr/>
                </p14:nvContentPartPr>
                <p14:xfrm>
                  <a:off x="7812748" y="3467814"/>
                  <a:ext cx="360" cy="2448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CE504E2E-82F5-C603-BB8F-87BF77C876C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803748" y="3457614"/>
                    <a:ext cx="18000" cy="44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DB64BC15-3B16-A9C7-C401-0D35F2C47D5A}"/>
                      </a:ext>
                    </a:extLst>
                  </p14:cNvPr>
                  <p14:cNvContentPartPr/>
                  <p14:nvPr/>
                </p14:nvContentPartPr>
                <p14:xfrm>
                  <a:off x="7812748" y="3400134"/>
                  <a:ext cx="360" cy="337788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DB64BC15-3B16-A9C7-C401-0D35F2C47D5A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803748" y="3389963"/>
                    <a:ext cx="18000" cy="33978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E55A7F1F-0EC1-D1F7-7378-3A5C0418390E}"/>
                      </a:ext>
                    </a:extLst>
                  </p14:cNvPr>
                  <p14:cNvContentPartPr/>
                  <p14:nvPr/>
                </p14:nvContentPartPr>
                <p14:xfrm>
                  <a:off x="7733188" y="3337854"/>
                  <a:ext cx="57240" cy="17964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E55A7F1F-0EC1-D1F7-7378-3A5C0418390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722818" y="3327693"/>
                    <a:ext cx="77564" cy="1995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D93C13C1-0F57-F75F-3348-9E6912865900}"/>
                      </a:ext>
                    </a:extLst>
                  </p14:cNvPr>
                  <p14:cNvContentPartPr/>
                  <p14:nvPr/>
                </p14:nvContentPartPr>
                <p14:xfrm>
                  <a:off x="7757668" y="3345774"/>
                  <a:ext cx="208080" cy="18432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D93C13C1-0F57-F75F-3348-9E6912865900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7747264" y="3335602"/>
                    <a:ext cx="228472" cy="2042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C1271EFB-46E1-1FBE-BAD1-F4BC7C0A5F86}"/>
                      </a:ext>
                    </a:extLst>
                  </p14:cNvPr>
                  <p14:cNvContentPartPr/>
                  <p14:nvPr/>
                </p14:nvContentPartPr>
                <p14:xfrm>
                  <a:off x="7335748" y="3170454"/>
                  <a:ext cx="186840" cy="4716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C1271EFB-46E1-1FBE-BAD1-F4BC7C0A5F86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325345" y="3160281"/>
                    <a:ext cx="207230" cy="49153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925DB1D-7FD3-3091-F60B-11381BF1F60D}"/>
                </a:ext>
              </a:extLst>
            </p:cNvPr>
            <p:cNvGrpSpPr/>
            <p:nvPr/>
          </p:nvGrpSpPr>
          <p:grpSpPr>
            <a:xfrm>
              <a:off x="10665748" y="2701014"/>
              <a:ext cx="1224360" cy="462600"/>
              <a:chOff x="10665748" y="2701014"/>
              <a:chExt cx="1224360" cy="46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4C496E20-F507-2C1F-96BE-2DACE7C0C223}"/>
                      </a:ext>
                    </a:extLst>
                  </p14:cNvPr>
                  <p14:cNvContentPartPr/>
                  <p14:nvPr/>
                </p14:nvContentPartPr>
                <p14:xfrm>
                  <a:off x="10665748" y="2701014"/>
                  <a:ext cx="200520" cy="46260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4C496E20-F507-2C1F-96BE-2DACE7C0C223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10655348" y="2690842"/>
                    <a:ext cx="220905" cy="4825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170F9F24-91BB-83E8-2D61-6CC931217221}"/>
                      </a:ext>
                    </a:extLst>
                  </p14:cNvPr>
                  <p14:cNvContentPartPr/>
                  <p14:nvPr/>
                </p14:nvContentPartPr>
                <p14:xfrm>
                  <a:off x="10935388" y="2845734"/>
                  <a:ext cx="120600" cy="352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170F9F24-91BB-83E8-2D61-6CC931217221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10924991" y="2835596"/>
                    <a:ext cx="140977" cy="551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64791015-7F28-71F0-0DD7-EE1E5540495B}"/>
                      </a:ext>
                    </a:extLst>
                  </p14:cNvPr>
                  <p14:cNvContentPartPr/>
                  <p14:nvPr/>
                </p14:nvContentPartPr>
                <p14:xfrm>
                  <a:off x="10954828" y="2909814"/>
                  <a:ext cx="102960" cy="1368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64791015-7F28-71F0-0DD7-EE1E5540495B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10944407" y="2899755"/>
                    <a:ext cx="123385" cy="333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16FECB4D-6109-20F3-3B21-021BCF5B56B6}"/>
                      </a:ext>
                    </a:extLst>
                  </p14:cNvPr>
                  <p14:cNvContentPartPr/>
                  <p14:nvPr/>
                </p14:nvContentPartPr>
                <p14:xfrm>
                  <a:off x="11140228" y="2762934"/>
                  <a:ext cx="177840" cy="24444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16FECB4D-6109-20F3-3B21-021BCF5B56B6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11129816" y="2752749"/>
                    <a:ext cx="198248" cy="2644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32C3CCBC-5E97-DDF2-61A2-8BF8CE4853B6}"/>
                      </a:ext>
                    </a:extLst>
                  </p14:cNvPr>
                  <p14:cNvContentPartPr/>
                  <p14:nvPr/>
                </p14:nvContentPartPr>
                <p14:xfrm>
                  <a:off x="11384308" y="2822334"/>
                  <a:ext cx="97200" cy="16020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32C3CCBC-5E97-DDF2-61A2-8BF8CE4853B6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11373923" y="2812169"/>
                    <a:ext cx="117554" cy="180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8E35F722-8DE9-1208-7319-8DBE27ED0316}"/>
                      </a:ext>
                    </a:extLst>
                  </p14:cNvPr>
                  <p14:cNvContentPartPr/>
                  <p14:nvPr/>
                </p14:nvContentPartPr>
                <p14:xfrm>
                  <a:off x="11377828" y="2872374"/>
                  <a:ext cx="116280" cy="11592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8E35F722-8DE9-1208-7319-8DBE27ED0316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11367409" y="2862241"/>
                    <a:ext cx="136702" cy="135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CA39A8B2-3DBB-2BBF-74EA-84F8341B0242}"/>
                      </a:ext>
                    </a:extLst>
                  </p14:cNvPr>
                  <p14:cNvContentPartPr/>
                  <p14:nvPr/>
                </p14:nvContentPartPr>
                <p14:xfrm>
                  <a:off x="11576188" y="2887494"/>
                  <a:ext cx="154080" cy="4248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CA39A8B2-3DBB-2BBF-74EA-84F8341B0242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11565805" y="2877380"/>
                    <a:ext cx="174430" cy="62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800A9B81-D577-BB72-D735-99CA899182C5}"/>
                      </a:ext>
                    </a:extLst>
                  </p14:cNvPr>
                  <p14:cNvContentPartPr/>
                  <p14:nvPr/>
                </p14:nvContentPartPr>
                <p14:xfrm>
                  <a:off x="11662588" y="2824494"/>
                  <a:ext cx="26640" cy="16596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800A9B81-D577-BB72-D735-99CA899182C5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1652182" y="2814325"/>
                    <a:ext cx="47036" cy="185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42816E76-5011-5423-24BB-BD522878DF86}"/>
                      </a:ext>
                    </a:extLst>
                  </p14:cNvPr>
                  <p14:cNvContentPartPr/>
                  <p14:nvPr/>
                </p14:nvContentPartPr>
                <p14:xfrm>
                  <a:off x="11805868" y="2733414"/>
                  <a:ext cx="84240" cy="30636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42816E76-5011-5423-24BB-BD522878DF86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1795442" y="2723243"/>
                    <a:ext cx="104674" cy="3262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06075EEC-8B6C-5783-90B5-55EDD452B6D9}"/>
                      </a:ext>
                    </a:extLst>
                  </p14:cNvPr>
                  <p14:cNvContentPartPr/>
                  <p14:nvPr/>
                </p14:nvContentPartPr>
                <p14:xfrm>
                  <a:off x="11792548" y="2962014"/>
                  <a:ext cx="20160" cy="6228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06075EEC-8B6C-5783-90B5-55EDD452B6D9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1782262" y="2951771"/>
                    <a:ext cx="40320" cy="8235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08133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9B3A-867B-EE8E-1514-478A1131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3443-6402-045C-DD80-874FDC30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Why do we need to optimise a function?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A0180-5A8D-5B07-F3FD-94D249ADD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DD063-9FE6-A5F3-523C-B2FC3D5FE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09" y="1162483"/>
            <a:ext cx="115337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A function </a:t>
            </a:r>
            <a:r>
              <a:rPr kumimoji="0" lang="en-GB" altLang="en-US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f(w)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in machine learning is normally used to measure the error between </a:t>
            </a:r>
            <a:r>
              <a:rPr lang="en-GB" altLang="en-US" sz="240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the</a:t>
            </a:r>
            <a:r>
              <a:rPr kumimoji="0" lang="en-GB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estimated values and the corresponding target values.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zh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Optimisation can be used to find the best variable value </a:t>
            </a:r>
            <a:r>
              <a:rPr lang="en-GB" altLang="zh-CN" sz="2400" i="1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</a:t>
            </a:r>
            <a:r>
              <a:rPr kumimoji="0" lang="en-GB" altLang="zh-CN" sz="2400" b="0" i="1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that generates the minimum function value </a:t>
            </a:r>
            <a:r>
              <a:rPr kumimoji="0" lang="en-GB" altLang="zh-CN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f(w</a:t>
            </a:r>
            <a:r>
              <a:rPr kumimoji="0" lang="en-GB" altLang="zh-CN" sz="2400" b="0" i="1" u="none" strike="noStrike" cap="none" normalizeH="0" baseline="300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GB" altLang="zh-CN" sz="2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) </a:t>
            </a:r>
            <a:r>
              <a:rPr kumimoji="0" lang="en-GB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(minimum error). </a:t>
            </a:r>
            <a:endParaRPr kumimoji="0" lang="en-GB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60C6BF-C39C-347A-4AC3-E28985DE4B02}"/>
              </a:ext>
            </a:extLst>
          </p:cNvPr>
          <p:cNvGrpSpPr/>
          <p:nvPr/>
        </p:nvGrpSpPr>
        <p:grpSpPr>
          <a:xfrm>
            <a:off x="814483" y="3229532"/>
            <a:ext cx="3636000" cy="3405240"/>
            <a:chOff x="7277480" y="2867027"/>
            <a:chExt cx="3636000" cy="340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47F83B-6D44-7CB7-F202-152AE73C327A}"/>
                    </a:ext>
                  </a:extLst>
                </p14:cNvPr>
                <p14:cNvContentPartPr/>
                <p14:nvPr/>
              </p14:nvContentPartPr>
              <p14:xfrm>
                <a:off x="7609400" y="5378387"/>
                <a:ext cx="300348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47F83B-6D44-7CB7-F202-152AE73C32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00400" y="5369387"/>
                  <a:ext cx="302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5C73A6-4EE8-0F70-2C11-BEE39446DF3F}"/>
                    </a:ext>
                  </a:extLst>
                </p14:cNvPr>
                <p14:cNvContentPartPr/>
                <p14:nvPr/>
              </p14:nvContentPartPr>
              <p14:xfrm>
                <a:off x="7889840" y="3170507"/>
                <a:ext cx="360" cy="310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5C73A6-4EE8-0F70-2C11-BEE39446DF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80840" y="3161507"/>
                  <a:ext cx="18000" cy="31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3701AC-33E4-2952-4F62-61522B08AD06}"/>
                    </a:ext>
                  </a:extLst>
                </p14:cNvPr>
                <p14:cNvContentPartPr/>
                <p14:nvPr/>
              </p14:nvContentPartPr>
              <p14:xfrm>
                <a:off x="10626200" y="5461547"/>
                <a:ext cx="287280" cy="21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3701AC-33E4-2952-4F62-61522B08AD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17200" y="5452562"/>
                  <a:ext cx="304920" cy="230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EE43E2-1C28-AED1-97FC-4171598AB26E}"/>
                    </a:ext>
                  </a:extLst>
                </p14:cNvPr>
                <p14:cNvContentPartPr/>
                <p14:nvPr/>
              </p14:nvContentPartPr>
              <p14:xfrm>
                <a:off x="8504000" y="3356267"/>
                <a:ext cx="1592640" cy="1585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EE43E2-1C28-AED1-97FC-4171598AB2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95000" y="3347267"/>
                  <a:ext cx="1610280" cy="16030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30D7471-AFB3-B2C3-2189-5AEFC5F4F7EC}"/>
                </a:ext>
              </a:extLst>
            </p:cNvPr>
            <p:cNvGrpSpPr/>
            <p:nvPr/>
          </p:nvGrpSpPr>
          <p:grpSpPr>
            <a:xfrm>
              <a:off x="9228320" y="4928387"/>
              <a:ext cx="322920" cy="740160"/>
              <a:chOff x="9228320" y="4928387"/>
              <a:chExt cx="322920" cy="740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7BABAF4-517A-B3A3-16E7-70DF61C12037}"/>
                      </a:ext>
                    </a:extLst>
                  </p14:cNvPr>
                  <p14:cNvContentPartPr/>
                  <p14:nvPr/>
                </p14:nvContentPartPr>
                <p14:xfrm>
                  <a:off x="9308600" y="4929827"/>
                  <a:ext cx="31680" cy="2988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7BABAF4-517A-B3A3-16E7-70DF61C12037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299600" y="4920717"/>
                    <a:ext cx="49320" cy="477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87EFE996-8337-23A9-FD3B-977865466391}"/>
                      </a:ext>
                    </a:extLst>
                  </p14:cNvPr>
                  <p14:cNvContentPartPr/>
                  <p14:nvPr/>
                </p14:nvContentPartPr>
                <p14:xfrm>
                  <a:off x="9325520" y="4928387"/>
                  <a:ext cx="20520" cy="2016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87EFE996-8337-23A9-FD3B-977865466391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9316520" y="4919387"/>
                    <a:ext cx="38160" cy="3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2918B193-E3D4-4ABA-DD24-6E980C99BEC3}"/>
                      </a:ext>
                    </a:extLst>
                  </p14:cNvPr>
                  <p14:cNvContentPartPr/>
                  <p14:nvPr/>
                </p14:nvContentPartPr>
                <p14:xfrm>
                  <a:off x="9323360" y="5001827"/>
                  <a:ext cx="12240" cy="2088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2918B193-E3D4-4ABA-DD24-6E980C99BEC3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9314360" y="4992827"/>
                    <a:ext cx="29880" cy="38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3A841C18-E006-DC95-417E-7D07057C53B0}"/>
                      </a:ext>
                    </a:extLst>
                  </p14:cNvPr>
                  <p14:cNvContentPartPr/>
                  <p14:nvPr/>
                </p14:nvContentPartPr>
                <p14:xfrm>
                  <a:off x="9325880" y="5090747"/>
                  <a:ext cx="9000" cy="2916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3A841C18-E006-DC95-417E-7D07057C53B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9316880" y="5081747"/>
                    <a:ext cx="26640" cy="4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1A02ADD7-BCE0-F1E9-137B-747E09126DD0}"/>
                      </a:ext>
                    </a:extLst>
                  </p14:cNvPr>
                  <p14:cNvContentPartPr/>
                  <p14:nvPr/>
                </p14:nvContentPartPr>
                <p14:xfrm>
                  <a:off x="9341360" y="5279387"/>
                  <a:ext cx="7200" cy="1116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1A02ADD7-BCE0-F1E9-137B-747E09126DD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9331886" y="5270087"/>
                    <a:ext cx="25768" cy="293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7C4C097F-E1C6-C524-720D-E8502E83CF31}"/>
                      </a:ext>
                    </a:extLst>
                  </p14:cNvPr>
                  <p14:cNvContentPartPr/>
                  <p14:nvPr/>
                </p14:nvContentPartPr>
                <p14:xfrm>
                  <a:off x="9335960" y="5316827"/>
                  <a:ext cx="6480" cy="720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7C4C097F-E1C6-C524-720D-E8502E83CF31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9326960" y="5307353"/>
                    <a:ext cx="24120" cy="257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49C78CF2-41C7-BDD3-CFDF-36D69DC70D17}"/>
                      </a:ext>
                    </a:extLst>
                  </p14:cNvPr>
                  <p14:cNvContentPartPr/>
                  <p14:nvPr/>
                </p14:nvContentPartPr>
                <p14:xfrm>
                  <a:off x="9323720" y="5151587"/>
                  <a:ext cx="6840" cy="122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49C78CF2-41C7-BDD3-CFDF-36D69DC70D1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9314720" y="5142587"/>
                    <a:ext cx="24480" cy="2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4A2718F-13E7-4D0C-99C2-65C0CADC9C17}"/>
                      </a:ext>
                    </a:extLst>
                  </p14:cNvPr>
                  <p14:cNvContentPartPr/>
                  <p14:nvPr/>
                </p14:nvContentPartPr>
                <p14:xfrm>
                  <a:off x="9326600" y="5210987"/>
                  <a:ext cx="15840" cy="7128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B4A2718F-13E7-4D0C-99C2-65C0CADC9C17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9317600" y="5201987"/>
                    <a:ext cx="33480" cy="8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20D749A7-3379-D697-4640-08B03878A6D5}"/>
                      </a:ext>
                    </a:extLst>
                  </p14:cNvPr>
                  <p14:cNvContentPartPr/>
                  <p14:nvPr/>
                </p14:nvContentPartPr>
                <p14:xfrm>
                  <a:off x="9336680" y="5340947"/>
                  <a:ext cx="9720" cy="1044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20D749A7-3379-D697-4640-08B03878A6D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9327680" y="5331947"/>
                    <a:ext cx="27360" cy="2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C201D975-354D-21A5-19C7-95A72FA57CE1}"/>
                      </a:ext>
                    </a:extLst>
                  </p14:cNvPr>
                  <p14:cNvContentPartPr/>
                  <p14:nvPr/>
                </p14:nvContentPartPr>
                <p14:xfrm>
                  <a:off x="9334880" y="5337707"/>
                  <a:ext cx="11880" cy="410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C201D975-354D-21A5-19C7-95A72FA57CE1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9325880" y="5328707"/>
                    <a:ext cx="29520" cy="58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A0C7A403-DF85-1EC9-1023-A50CF38F1268}"/>
                      </a:ext>
                    </a:extLst>
                  </p14:cNvPr>
                  <p14:cNvContentPartPr/>
                  <p14:nvPr/>
                </p14:nvContentPartPr>
                <p14:xfrm>
                  <a:off x="9228320" y="5509787"/>
                  <a:ext cx="177120" cy="15876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A0C7A403-DF85-1EC9-1023-A50CF38F1268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219338" y="5500787"/>
                    <a:ext cx="194724" cy="17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28C6960D-E8FA-AA1D-4399-A61CE2CDBF51}"/>
                      </a:ext>
                    </a:extLst>
                  </p14:cNvPr>
                  <p14:cNvContentPartPr/>
                  <p14:nvPr/>
                </p14:nvContentPartPr>
                <p14:xfrm>
                  <a:off x="9455480" y="5426267"/>
                  <a:ext cx="63000" cy="11160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28C6960D-E8FA-AA1D-4399-A61CE2CDBF51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446480" y="5417267"/>
                    <a:ext cx="80640" cy="12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940C5BE4-FBAA-EFCC-AA0D-4F1E0D213A90}"/>
                      </a:ext>
                    </a:extLst>
                  </p14:cNvPr>
                  <p14:cNvContentPartPr/>
                  <p14:nvPr/>
                </p14:nvContentPartPr>
                <p14:xfrm>
                  <a:off x="9417680" y="5432747"/>
                  <a:ext cx="116280" cy="846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940C5BE4-FBAA-EFCC-AA0D-4F1E0D213A90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9408680" y="5423785"/>
                    <a:ext cx="133920" cy="1021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9AD6B249-5791-1D1E-7E27-CD9DA9715BA5}"/>
                      </a:ext>
                    </a:extLst>
                  </p14:cNvPr>
                  <p14:cNvContentPartPr/>
                  <p14:nvPr/>
                </p14:nvContentPartPr>
                <p14:xfrm>
                  <a:off x="9416240" y="5449307"/>
                  <a:ext cx="135000" cy="1476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9AD6B249-5791-1D1E-7E27-CD9DA9715BA5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9407240" y="5440307"/>
                    <a:ext cx="152640" cy="324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13DB27-2AFE-2D43-866B-28EC659FD8BF}"/>
                    </a:ext>
                  </a:extLst>
                </p14:cNvPr>
                <p14:cNvContentPartPr/>
                <p14:nvPr/>
              </p14:nvContentPartPr>
              <p14:xfrm>
                <a:off x="10539440" y="5317547"/>
                <a:ext cx="115920" cy="133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13DB27-2AFE-2D43-866B-28EC659FD8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30468" y="5308547"/>
                  <a:ext cx="133505" cy="151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007DDD8-B073-EB98-5F5E-6289FFB80621}"/>
                </a:ext>
              </a:extLst>
            </p:cNvPr>
            <p:cNvGrpSpPr/>
            <p:nvPr/>
          </p:nvGrpSpPr>
          <p:grpSpPr>
            <a:xfrm>
              <a:off x="7277480" y="2867027"/>
              <a:ext cx="654840" cy="497160"/>
              <a:chOff x="7277480" y="2867027"/>
              <a:chExt cx="654840" cy="497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F7700933-40BD-DBEB-B37C-7AD99691A271}"/>
                      </a:ext>
                    </a:extLst>
                  </p14:cNvPr>
                  <p14:cNvContentPartPr/>
                  <p14:nvPr/>
                </p14:nvContentPartPr>
                <p14:xfrm>
                  <a:off x="7808120" y="3176627"/>
                  <a:ext cx="73080" cy="13248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F7700933-40BD-DBEB-B37C-7AD99691A271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7799120" y="3167627"/>
                    <a:ext cx="90720" cy="150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589C4F86-0962-5149-CB05-1DC2DF7DBDDD}"/>
                      </a:ext>
                    </a:extLst>
                  </p14:cNvPr>
                  <p14:cNvContentPartPr/>
                  <p14:nvPr/>
                </p14:nvContentPartPr>
                <p14:xfrm>
                  <a:off x="7890560" y="3184907"/>
                  <a:ext cx="41760" cy="7992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589C4F86-0962-5149-CB05-1DC2DF7DBDDD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7881637" y="3175907"/>
                    <a:ext cx="59249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B6562429-07DD-EAC7-4574-759B013E030D}"/>
                      </a:ext>
                    </a:extLst>
                  </p14:cNvPr>
                  <p14:cNvContentPartPr/>
                  <p14:nvPr/>
                </p14:nvContentPartPr>
                <p14:xfrm>
                  <a:off x="7387640" y="2867027"/>
                  <a:ext cx="163800" cy="49716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B6562429-07DD-EAC7-4574-759B013E030D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378620" y="2858027"/>
                    <a:ext cx="181479" cy="51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2EBA7046-E5F1-37DE-B1CD-8A68FAA094F0}"/>
                      </a:ext>
                    </a:extLst>
                  </p14:cNvPr>
                  <p14:cNvContentPartPr/>
                  <p14:nvPr/>
                </p14:nvContentPartPr>
                <p14:xfrm>
                  <a:off x="7277480" y="3080507"/>
                  <a:ext cx="290520" cy="4068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2EBA7046-E5F1-37DE-B1CD-8A68FAA094F0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7268480" y="3071427"/>
                    <a:ext cx="308160" cy="584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89248E6A-A3C8-14F6-F753-2CBF89637662}"/>
                      </a:ext>
                    </a:extLst>
                  </p14:cNvPr>
                  <p14:cNvContentPartPr/>
                  <p14:nvPr/>
                </p14:nvContentPartPr>
                <p14:xfrm>
                  <a:off x="7543520" y="3050627"/>
                  <a:ext cx="114840" cy="21564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89248E6A-A3C8-14F6-F753-2CBF89637662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534520" y="3041642"/>
                    <a:ext cx="132480" cy="2332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1948737B-F576-83F9-0505-D03A940D390C}"/>
                      </a:ext>
                    </a:extLst>
                  </p14:cNvPr>
                  <p14:cNvContentPartPr/>
                  <p14:nvPr/>
                </p14:nvContentPartPr>
                <p14:xfrm>
                  <a:off x="7600400" y="3085907"/>
                  <a:ext cx="159480" cy="1411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1948737B-F576-83F9-0505-D03A940D390C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7591400" y="3076930"/>
                    <a:ext cx="177120" cy="1587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34562623-A613-B06B-BA2C-98C70E01190A}"/>
                      </a:ext>
                    </a:extLst>
                  </p14:cNvPr>
                  <p14:cNvContentPartPr/>
                  <p14:nvPr/>
                </p14:nvContentPartPr>
                <p14:xfrm>
                  <a:off x="7763120" y="3016427"/>
                  <a:ext cx="63360" cy="29808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34562623-A613-B06B-BA2C-98C70E01190A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7754120" y="3007438"/>
                    <a:ext cx="81000" cy="31569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76B4A8-ACA4-59A1-8AD2-41A7B7256C1D}"/>
              </a:ext>
            </a:extLst>
          </p:cNvPr>
          <p:cNvGrpSpPr/>
          <p:nvPr/>
        </p:nvGrpSpPr>
        <p:grpSpPr>
          <a:xfrm>
            <a:off x="7469668" y="3101475"/>
            <a:ext cx="3974764" cy="3607560"/>
            <a:chOff x="7292548" y="2701014"/>
            <a:chExt cx="4597560" cy="40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665A96-1D62-4F12-8C9E-7F6BA893D79D}"/>
                    </a:ext>
                  </a:extLst>
                </p14:cNvPr>
                <p14:cNvContentPartPr/>
                <p14:nvPr/>
              </p14:nvContentPartPr>
              <p14:xfrm>
                <a:off x="7292548" y="5692614"/>
                <a:ext cx="2967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665A96-1D62-4F12-8C9E-7F6BA893D7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82140" y="5683614"/>
                  <a:ext cx="2987520" cy="18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91B633F-2AE4-9DA1-7392-1B056A678E81}"/>
                </a:ext>
              </a:extLst>
            </p:cNvPr>
            <p:cNvGrpSpPr/>
            <p:nvPr/>
          </p:nvGrpSpPr>
          <p:grpSpPr>
            <a:xfrm>
              <a:off x="8316388" y="4536654"/>
              <a:ext cx="953280" cy="669240"/>
              <a:chOff x="8316388" y="4536654"/>
              <a:chExt cx="953280" cy="669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E98DB7FE-D488-5558-0DB8-64BABFD152F0}"/>
                      </a:ext>
                    </a:extLst>
                  </p14:cNvPr>
                  <p14:cNvContentPartPr/>
                  <p14:nvPr/>
                </p14:nvContentPartPr>
                <p14:xfrm>
                  <a:off x="8316388" y="5101134"/>
                  <a:ext cx="114840" cy="10476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E98DB7FE-D488-5558-0DB8-64BABFD152F0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8305986" y="5090983"/>
                    <a:ext cx="135228" cy="1246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A35A8CF2-DEFA-214E-DD69-918BED7600CA}"/>
                      </a:ext>
                    </a:extLst>
                  </p14:cNvPr>
                  <p14:cNvContentPartPr/>
                  <p14:nvPr/>
                </p14:nvContentPartPr>
                <p14:xfrm>
                  <a:off x="8526268" y="4752654"/>
                  <a:ext cx="122760" cy="1166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A35A8CF2-DEFA-214E-DD69-918BED7600CA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8515900" y="4742494"/>
                    <a:ext cx="143082" cy="1365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B0A254B7-A655-F8E6-417C-425D312FF95C}"/>
                      </a:ext>
                    </a:extLst>
                  </p14:cNvPr>
                  <p14:cNvContentPartPr/>
                  <p14:nvPr/>
                </p14:nvContentPartPr>
                <p14:xfrm>
                  <a:off x="9141508" y="4536654"/>
                  <a:ext cx="128160" cy="11736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B0A254B7-A655-F8E6-417C-425D312FF95C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9131105" y="4526502"/>
                    <a:ext cx="148549" cy="13725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83F4258-9F2E-27DA-4CCE-C7B991C21C20}"/>
                </a:ext>
              </a:extLst>
            </p:cNvPr>
            <p:cNvGrpSpPr/>
            <p:nvPr/>
          </p:nvGrpSpPr>
          <p:grpSpPr>
            <a:xfrm>
              <a:off x="9076708" y="3349734"/>
              <a:ext cx="763920" cy="628560"/>
              <a:chOff x="9076708" y="3349734"/>
              <a:chExt cx="763920" cy="628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0295A086-6B17-0F3A-1BEF-A46B65474EF2}"/>
                      </a:ext>
                    </a:extLst>
                  </p14:cNvPr>
                  <p14:cNvContentPartPr/>
                  <p14:nvPr/>
                </p14:nvContentPartPr>
                <p14:xfrm>
                  <a:off x="9076708" y="3849054"/>
                  <a:ext cx="93240" cy="12924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0295A086-6B17-0F3A-1BEF-A46B65474EF2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9066302" y="3838894"/>
                    <a:ext cx="113636" cy="149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D89352AA-DAC5-6594-A491-A6809E9FBF3E}"/>
                      </a:ext>
                    </a:extLst>
                  </p14:cNvPr>
                  <p14:cNvContentPartPr/>
                  <p14:nvPr/>
                </p14:nvContentPartPr>
                <p14:xfrm>
                  <a:off x="9732268" y="3743574"/>
                  <a:ext cx="108360" cy="9576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D89352AA-DAC5-6594-A491-A6809E9FBF3E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9721849" y="3733387"/>
                    <a:ext cx="128782" cy="1157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B9509C6B-F7F5-A837-9E80-393E330879A7}"/>
                      </a:ext>
                    </a:extLst>
                  </p14:cNvPr>
                  <p14:cNvContentPartPr/>
                  <p14:nvPr/>
                </p14:nvContentPartPr>
                <p14:xfrm>
                  <a:off x="9546148" y="3349734"/>
                  <a:ext cx="88560" cy="16020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B9509C6B-F7F5-A837-9E80-393E330879A7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9535802" y="3339543"/>
                    <a:ext cx="108838" cy="18017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B1A44AB-CA5B-EAF7-8A5B-51C973A37401}"/>
                    </a:ext>
                  </a:extLst>
                </p14:cNvPr>
                <p14:cNvContentPartPr/>
                <p14:nvPr/>
              </p14:nvContentPartPr>
              <p14:xfrm>
                <a:off x="9939988" y="3196014"/>
                <a:ext cx="133200" cy="124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B1A44AB-CA5B-EAF7-8A5B-51C973A3740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29549" y="3185834"/>
                  <a:ext cx="153660" cy="14415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CB1B969-4152-E53F-3EBD-1F668893AF8C}"/>
                </a:ext>
              </a:extLst>
            </p:cNvPr>
            <p:cNvGrpSpPr/>
            <p:nvPr/>
          </p:nvGrpSpPr>
          <p:grpSpPr>
            <a:xfrm>
              <a:off x="10175428" y="5613414"/>
              <a:ext cx="375120" cy="552600"/>
              <a:chOff x="10175428" y="5613414"/>
              <a:chExt cx="375120" cy="55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6178853-796E-94D2-DEB0-3CA2921260C0}"/>
                      </a:ext>
                    </a:extLst>
                  </p14:cNvPr>
                  <p14:cNvContentPartPr/>
                  <p14:nvPr/>
                </p14:nvContentPartPr>
                <p14:xfrm>
                  <a:off x="10175428" y="5613414"/>
                  <a:ext cx="195480" cy="20412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26178853-796E-94D2-DEB0-3CA2921260C0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10165030" y="5603249"/>
                    <a:ext cx="215860" cy="2240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8707ADE5-D987-8C96-CD6E-1DDF5A709CAF}"/>
                      </a:ext>
                    </a:extLst>
                  </p14:cNvPr>
                  <p14:cNvContentPartPr/>
                  <p14:nvPr/>
                </p14:nvContentPartPr>
                <p14:xfrm>
                  <a:off x="10360108" y="5926974"/>
                  <a:ext cx="156600" cy="239040"/>
                </p14:xfrm>
              </p:contentPart>
            </mc:Choice>
            <mc:Fallback xmlns=""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8707ADE5-D987-8C96-CD6E-1DDF5A709CAF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10349696" y="5916811"/>
                    <a:ext cx="177008" cy="25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71656BD8-4EAA-A8ED-E766-D8C363FDBC7A}"/>
                      </a:ext>
                    </a:extLst>
                  </p14:cNvPr>
                  <p14:cNvContentPartPr/>
                  <p14:nvPr/>
                </p14:nvContentPartPr>
                <p14:xfrm>
                  <a:off x="10308268" y="5935974"/>
                  <a:ext cx="242280" cy="20232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71656BD8-4EAA-A8ED-E766-D8C363FDBC7A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10297861" y="5925797"/>
                    <a:ext cx="262678" cy="22226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49E1667-8615-0ECA-0FD8-8360DE2B94C4}"/>
                </a:ext>
              </a:extLst>
            </p:cNvPr>
            <p:cNvGrpSpPr/>
            <p:nvPr/>
          </p:nvGrpSpPr>
          <p:grpSpPr>
            <a:xfrm>
              <a:off x="7335748" y="3170454"/>
              <a:ext cx="630000" cy="3607560"/>
              <a:chOff x="7335748" y="3170454"/>
              <a:chExt cx="630000" cy="3607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2BBA8825-69A9-3F71-89DB-57C12E6F7F3C}"/>
                      </a:ext>
                    </a:extLst>
                  </p14:cNvPr>
                  <p14:cNvContentPartPr/>
                  <p14:nvPr/>
                </p14:nvContentPartPr>
                <p14:xfrm>
                  <a:off x="7812748" y="3467814"/>
                  <a:ext cx="360" cy="2448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2BBA8825-69A9-3F71-89DB-57C12E6F7F3C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7803748" y="3457614"/>
                    <a:ext cx="18000" cy="44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280D7DB2-457D-B005-87D6-1A6BBEDD7930}"/>
                      </a:ext>
                    </a:extLst>
                  </p14:cNvPr>
                  <p14:cNvContentPartPr/>
                  <p14:nvPr/>
                </p14:nvContentPartPr>
                <p14:xfrm>
                  <a:off x="7812748" y="3400134"/>
                  <a:ext cx="360" cy="337788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280D7DB2-457D-B005-87D6-1A6BBEDD7930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7803748" y="3389963"/>
                    <a:ext cx="18000" cy="33978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9838F976-2633-F861-0156-0F227C3515A3}"/>
                      </a:ext>
                    </a:extLst>
                  </p14:cNvPr>
                  <p14:cNvContentPartPr/>
                  <p14:nvPr/>
                </p14:nvContentPartPr>
                <p14:xfrm>
                  <a:off x="7733188" y="3337854"/>
                  <a:ext cx="57240" cy="17964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9838F976-2633-F861-0156-0F227C3515A3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7722818" y="3327693"/>
                    <a:ext cx="77564" cy="1995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1FB23F39-9B76-BE2F-279E-DA7C3782AA7E}"/>
                      </a:ext>
                    </a:extLst>
                  </p14:cNvPr>
                  <p14:cNvContentPartPr/>
                  <p14:nvPr/>
                </p14:nvContentPartPr>
                <p14:xfrm>
                  <a:off x="7757668" y="3345774"/>
                  <a:ext cx="208080" cy="18432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1FB23F39-9B76-BE2F-279E-DA7C3782AA7E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7747264" y="3335602"/>
                    <a:ext cx="228472" cy="2042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BA563E66-BA5D-29D8-C54C-B275D291F458}"/>
                      </a:ext>
                    </a:extLst>
                  </p14:cNvPr>
                  <p14:cNvContentPartPr/>
                  <p14:nvPr/>
                </p14:nvContentPartPr>
                <p14:xfrm>
                  <a:off x="7335748" y="3170454"/>
                  <a:ext cx="186840" cy="4716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BA563E66-BA5D-29D8-C54C-B275D291F458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7325345" y="3160281"/>
                    <a:ext cx="207230" cy="49153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C445CC3-BC62-CF57-3A90-1152DA91F2D1}"/>
                </a:ext>
              </a:extLst>
            </p:cNvPr>
            <p:cNvGrpSpPr/>
            <p:nvPr/>
          </p:nvGrpSpPr>
          <p:grpSpPr>
            <a:xfrm>
              <a:off x="10665748" y="2701014"/>
              <a:ext cx="1224360" cy="462600"/>
              <a:chOff x="10665748" y="2701014"/>
              <a:chExt cx="1224360" cy="46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A8CD66C1-7D92-80F5-395F-B7B29D8C85E4}"/>
                      </a:ext>
                    </a:extLst>
                  </p14:cNvPr>
                  <p14:cNvContentPartPr/>
                  <p14:nvPr/>
                </p14:nvContentPartPr>
                <p14:xfrm>
                  <a:off x="10665748" y="2701014"/>
                  <a:ext cx="200520" cy="46260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A8CD66C1-7D92-80F5-395F-B7B29D8C85E4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10655348" y="2690842"/>
                    <a:ext cx="220905" cy="4825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1229C489-AEC6-FD92-C06B-E6C0606ACE45}"/>
                      </a:ext>
                    </a:extLst>
                  </p14:cNvPr>
                  <p14:cNvContentPartPr/>
                  <p14:nvPr/>
                </p14:nvContentPartPr>
                <p14:xfrm>
                  <a:off x="10935388" y="2845734"/>
                  <a:ext cx="120600" cy="352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1229C489-AEC6-FD92-C06B-E6C0606ACE45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10924991" y="2835596"/>
                    <a:ext cx="140977" cy="551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9197C722-09FD-C779-A946-6148A1C0168A}"/>
                      </a:ext>
                    </a:extLst>
                  </p14:cNvPr>
                  <p14:cNvContentPartPr/>
                  <p14:nvPr/>
                </p14:nvContentPartPr>
                <p14:xfrm>
                  <a:off x="10954828" y="2909814"/>
                  <a:ext cx="102960" cy="1368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9197C722-09FD-C779-A946-6148A1C0168A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10944407" y="2899755"/>
                    <a:ext cx="123385" cy="333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2BDAA45C-804C-A937-5F6E-962431F56064}"/>
                      </a:ext>
                    </a:extLst>
                  </p14:cNvPr>
                  <p14:cNvContentPartPr/>
                  <p14:nvPr/>
                </p14:nvContentPartPr>
                <p14:xfrm>
                  <a:off x="11140228" y="2762934"/>
                  <a:ext cx="177840" cy="24444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2BDAA45C-804C-A937-5F6E-962431F56064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11129816" y="2752749"/>
                    <a:ext cx="198248" cy="2644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795D8282-D818-B28C-9D8A-894C7EBC4C5F}"/>
                      </a:ext>
                    </a:extLst>
                  </p14:cNvPr>
                  <p14:cNvContentPartPr/>
                  <p14:nvPr/>
                </p14:nvContentPartPr>
                <p14:xfrm>
                  <a:off x="11384308" y="2822334"/>
                  <a:ext cx="97200" cy="16020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795D8282-D818-B28C-9D8A-894C7EBC4C5F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1373923" y="2812169"/>
                    <a:ext cx="117554" cy="180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D73B97BB-9EDE-1217-50FC-B61FD8B6AF83}"/>
                      </a:ext>
                    </a:extLst>
                  </p14:cNvPr>
                  <p14:cNvContentPartPr/>
                  <p14:nvPr/>
                </p14:nvContentPartPr>
                <p14:xfrm>
                  <a:off x="11377828" y="2872374"/>
                  <a:ext cx="116280" cy="11592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D73B97BB-9EDE-1217-50FC-B61FD8B6AF83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11367409" y="2862241"/>
                    <a:ext cx="136702" cy="135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1A1CB230-BB8B-74DC-C29A-090487C00E5B}"/>
                      </a:ext>
                    </a:extLst>
                  </p14:cNvPr>
                  <p14:cNvContentPartPr/>
                  <p14:nvPr/>
                </p14:nvContentPartPr>
                <p14:xfrm>
                  <a:off x="11576188" y="2887494"/>
                  <a:ext cx="154080" cy="4248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1A1CB230-BB8B-74DC-C29A-090487C00E5B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11565805" y="2877380"/>
                    <a:ext cx="174430" cy="62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3C9FC48C-1463-1DC4-5CF3-2C2EE877FCD1}"/>
                      </a:ext>
                    </a:extLst>
                  </p14:cNvPr>
                  <p14:cNvContentPartPr/>
                  <p14:nvPr/>
                </p14:nvContentPartPr>
                <p14:xfrm>
                  <a:off x="11662588" y="2824494"/>
                  <a:ext cx="26640" cy="16596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3C9FC48C-1463-1DC4-5CF3-2C2EE877FCD1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11652182" y="2814325"/>
                    <a:ext cx="47036" cy="185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8EF33925-A815-8860-2C35-011CCF5A83B2}"/>
                      </a:ext>
                    </a:extLst>
                  </p14:cNvPr>
                  <p14:cNvContentPartPr/>
                  <p14:nvPr/>
                </p14:nvContentPartPr>
                <p14:xfrm>
                  <a:off x="11805868" y="2733414"/>
                  <a:ext cx="84240" cy="30636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8EF33925-A815-8860-2C35-011CCF5A83B2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11795442" y="2723243"/>
                    <a:ext cx="104674" cy="3262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550D67F9-EC9F-A7FD-5BBA-F935163EE9F0}"/>
                      </a:ext>
                    </a:extLst>
                  </p14:cNvPr>
                  <p14:cNvContentPartPr/>
                  <p14:nvPr/>
                </p14:nvContentPartPr>
                <p14:xfrm>
                  <a:off x="11792548" y="2962014"/>
                  <a:ext cx="20160" cy="6228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550D67F9-EC9F-A7FD-5BBA-F935163EE9F0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11782262" y="2951771"/>
                    <a:ext cx="40320" cy="8235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5074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8556-CE23-B08F-5F9D-E0ECB00D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Least Square Estimation (closed form solution)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B5AB7D6-DDD6-A9C7-F8BA-3241832A63AB}"/>
              </a:ext>
            </a:extLst>
          </p:cNvPr>
          <p:cNvGrpSpPr/>
          <p:nvPr/>
        </p:nvGrpSpPr>
        <p:grpSpPr>
          <a:xfrm>
            <a:off x="475422" y="1319458"/>
            <a:ext cx="4125600" cy="4470840"/>
            <a:chOff x="274348" y="903534"/>
            <a:chExt cx="4125600" cy="447084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B35B9BF-3977-68F3-FA01-BE5987CF9470}"/>
                </a:ext>
              </a:extLst>
            </p:cNvPr>
            <p:cNvGrpSpPr/>
            <p:nvPr/>
          </p:nvGrpSpPr>
          <p:grpSpPr>
            <a:xfrm>
              <a:off x="647308" y="903534"/>
              <a:ext cx="3752640" cy="4470840"/>
              <a:chOff x="647308" y="903534"/>
              <a:chExt cx="3752640" cy="4470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3" name="Ink 2">
                    <a:extLst>
                      <a:ext uri="{FF2B5EF4-FFF2-40B4-BE49-F238E27FC236}">
                        <a16:creationId xmlns:a16="http://schemas.microsoft.com/office/drawing/2014/main" id="{BF89EA1A-568E-62B9-6824-166547F77EFF}"/>
                      </a:ext>
                    </a:extLst>
                  </p14:cNvPr>
                  <p14:cNvContentPartPr/>
                  <p14:nvPr/>
                </p14:nvContentPartPr>
                <p14:xfrm>
                  <a:off x="879148" y="4066494"/>
                  <a:ext cx="2654280" cy="360"/>
                </p14:xfrm>
              </p:contentPart>
            </mc:Choice>
            <mc:Fallback xmlns="">
              <p:pic>
                <p:nvPicPr>
                  <p:cNvPr id="3" name="Ink 2">
                    <a:extLst>
                      <a:ext uri="{FF2B5EF4-FFF2-40B4-BE49-F238E27FC236}">
                        <a16:creationId xmlns:a16="http://schemas.microsoft.com/office/drawing/2014/main" id="{BF89EA1A-568E-62B9-6824-166547F77EF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70148" y="4057494"/>
                    <a:ext cx="26719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CAD0487F-D6A7-9527-D383-3BCF6C5C2F21}"/>
                      </a:ext>
                    </a:extLst>
                  </p14:cNvPr>
                  <p14:cNvContentPartPr/>
                  <p14:nvPr/>
                </p14:nvContentPartPr>
                <p14:xfrm>
                  <a:off x="1154188" y="1749534"/>
                  <a:ext cx="360" cy="362484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CAD0487F-D6A7-9527-D383-3BCF6C5C2F21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45188" y="1740534"/>
                    <a:ext cx="18000" cy="3642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7114E46B-9528-DBDF-417F-80FCD7783ED6}"/>
                      </a:ext>
                    </a:extLst>
                  </p14:cNvPr>
                  <p14:cNvContentPartPr/>
                  <p14:nvPr/>
                </p14:nvContentPartPr>
                <p14:xfrm>
                  <a:off x="1425988" y="2090454"/>
                  <a:ext cx="1800" cy="360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7114E46B-9528-DBDF-417F-80FCD7783ED6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418488" y="2081454"/>
                    <a:ext cx="16500" cy="2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E86D0F4E-69DF-2270-724D-E8470E31A559}"/>
                      </a:ext>
                    </a:extLst>
                  </p14:cNvPr>
                  <p14:cNvContentPartPr/>
                  <p14:nvPr/>
                </p14:nvContentPartPr>
                <p14:xfrm>
                  <a:off x="1437508" y="1941054"/>
                  <a:ext cx="1888200" cy="184428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E86D0F4E-69DF-2270-724D-E8470E31A559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428508" y="1932054"/>
                    <a:ext cx="1905840" cy="186192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B794C33-D24B-B2F0-5547-17C9428E705A}"/>
                  </a:ext>
                </a:extLst>
              </p:cNvPr>
              <p:cNvGrpSpPr/>
              <p:nvPr/>
            </p:nvGrpSpPr>
            <p:grpSpPr>
              <a:xfrm>
                <a:off x="3362788" y="4005294"/>
                <a:ext cx="1037160" cy="443160"/>
                <a:chOff x="3362788" y="4005294"/>
                <a:chExt cx="1037160" cy="4431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7" name="Ink 6">
                      <a:extLst>
                        <a:ext uri="{FF2B5EF4-FFF2-40B4-BE49-F238E27FC236}">
                          <a16:creationId xmlns:a16="http://schemas.microsoft.com/office/drawing/2014/main" id="{53ED5E13-D747-0BDC-397D-9876777C4F3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362788" y="4149654"/>
                    <a:ext cx="226080" cy="235440"/>
                  </p14:xfrm>
                </p:contentPart>
              </mc:Choice>
              <mc:Fallback xmlns="">
                <p:pic>
                  <p:nvPicPr>
                    <p:cNvPr id="7" name="Ink 6">
                      <a:extLst>
                        <a:ext uri="{FF2B5EF4-FFF2-40B4-BE49-F238E27FC236}">
                          <a16:creationId xmlns:a16="http://schemas.microsoft.com/office/drawing/2014/main" id="{53ED5E13-D747-0BDC-397D-9876777C4F38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3353788" y="4140654"/>
                      <a:ext cx="243720" cy="253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8" name="Ink 7">
                      <a:extLst>
                        <a:ext uri="{FF2B5EF4-FFF2-40B4-BE49-F238E27FC236}">
                          <a16:creationId xmlns:a16="http://schemas.microsoft.com/office/drawing/2014/main" id="{5465DADC-96D7-3B3C-6622-8A9773A4D5D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39268" y="4256934"/>
                    <a:ext cx="23400" cy="25560"/>
                  </p14:xfrm>
                </p:contentPart>
              </mc:Choice>
              <mc:Fallback xmlns="">
                <p:pic>
                  <p:nvPicPr>
                    <p:cNvPr id="8" name="Ink 7">
                      <a:extLst>
                        <a:ext uri="{FF2B5EF4-FFF2-40B4-BE49-F238E27FC236}">
                          <a16:creationId xmlns:a16="http://schemas.microsoft.com/office/drawing/2014/main" id="{5465DADC-96D7-3B3C-6622-8A9773A4D5DD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3630268" y="4247934"/>
                      <a:ext cx="41040" cy="432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37F3AB75-B3D0-2260-7610-F1227105E21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39268" y="4243254"/>
                    <a:ext cx="6480" cy="540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37F3AB75-B3D0-2260-7610-F1227105E21A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3630268" y="4234254"/>
                      <a:ext cx="24120" cy="23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95FF2DE3-A3EC-478F-D47F-CF6849B258C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36388" y="4241814"/>
                    <a:ext cx="360" cy="36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95FF2DE3-A3EC-478F-D47F-CF6849B258C8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3627388" y="4232814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2" name="Ink 11">
                      <a:extLst>
                        <a:ext uri="{FF2B5EF4-FFF2-40B4-BE49-F238E27FC236}">
                          <a16:creationId xmlns:a16="http://schemas.microsoft.com/office/drawing/2014/main" id="{231BB998-5AF6-4BA0-E88A-9DDB085DFF8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28468" y="4242534"/>
                    <a:ext cx="137880" cy="81360"/>
                  </p14:xfrm>
                </p:contentPart>
              </mc:Choice>
              <mc:Fallback xmlns="">
                <p:pic>
                  <p:nvPicPr>
                    <p:cNvPr id="12" name="Ink 11">
                      <a:extLst>
                        <a:ext uri="{FF2B5EF4-FFF2-40B4-BE49-F238E27FC236}">
                          <a16:creationId xmlns:a16="http://schemas.microsoft.com/office/drawing/2014/main" id="{231BB998-5AF6-4BA0-E88A-9DDB085DFF87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3619444" y="4233534"/>
                      <a:ext cx="155566" cy="99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87AF4926-BD95-A11A-2B4D-EAB7B3EB22C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87588" y="4153254"/>
                    <a:ext cx="132480" cy="249840"/>
                  </p14:xfrm>
                </p:contentPart>
              </mc:Choice>
              <mc:Fallback xmlns=""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87AF4926-BD95-A11A-2B4D-EAB7B3EB22C1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3778588" y="4144254"/>
                      <a:ext cx="150120" cy="267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9D1D8DF4-B871-CB40-808E-B6BFD7716BC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89468" y="4204374"/>
                    <a:ext cx="101160" cy="178560"/>
                  </p14:xfrm>
                </p:contentPart>
              </mc:Choice>
              <mc:Fallback xmlns=""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9D1D8DF4-B871-CB40-808E-B6BFD7716BC9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3880468" y="4195374"/>
                      <a:ext cx="118800" cy="1962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6A1FBB68-F21B-C14F-4955-FEFB5527F67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26628" y="4325334"/>
                    <a:ext cx="48600" cy="9540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6A1FBB68-F21B-C14F-4955-FEFB5527F679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4017628" y="4316300"/>
                      <a:ext cx="66240" cy="1131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B379AC39-E1CD-9D7D-4CD8-160FA3CBFEE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119868" y="4114014"/>
                    <a:ext cx="123840" cy="271080"/>
                  </p14:xfrm>
                </p:contentPart>
              </mc:Choice>
              <mc:Fallback xmlns=""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B379AC39-E1CD-9D7D-4CD8-160FA3CBFEEB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4110868" y="4105002"/>
                      <a:ext cx="141480" cy="28874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3FE4ABDC-A56D-CA88-8228-685D0160969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69628" y="4123374"/>
                    <a:ext cx="130320" cy="32508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3FE4ABDC-A56D-CA88-8228-685D0160969D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4260628" y="4114364"/>
                      <a:ext cx="147960" cy="3427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7CD5559F-D95C-0E9C-CD17-C81193B8871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424348" y="4005294"/>
                    <a:ext cx="145440" cy="14904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7CD5559F-D95C-0E9C-CD17-C81193B88717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3415348" y="3996294"/>
                      <a:ext cx="163080" cy="166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D9979BD-5751-4BE2-F79D-DE6B55560559}"/>
                  </a:ext>
                </a:extLst>
              </p:cNvPr>
              <p:cNvGrpSpPr/>
              <p:nvPr/>
            </p:nvGrpSpPr>
            <p:grpSpPr>
              <a:xfrm>
                <a:off x="647308" y="1587894"/>
                <a:ext cx="564120" cy="272520"/>
                <a:chOff x="647308" y="1587894"/>
                <a:chExt cx="564120" cy="2725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23" name="Ink 22">
                      <a:extLst>
                        <a:ext uri="{FF2B5EF4-FFF2-40B4-BE49-F238E27FC236}">
                          <a16:creationId xmlns:a16="http://schemas.microsoft.com/office/drawing/2014/main" id="{8DCAF9A1-BC20-922D-5BC5-31BF88C08F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43428" y="1649814"/>
                    <a:ext cx="178920" cy="133920"/>
                  </p14:xfrm>
                </p:contentPart>
              </mc:Choice>
              <mc:Fallback xmlns="">
                <p:pic>
                  <p:nvPicPr>
                    <p:cNvPr id="23" name="Ink 22">
                      <a:extLst>
                        <a:ext uri="{FF2B5EF4-FFF2-40B4-BE49-F238E27FC236}">
                          <a16:creationId xmlns:a16="http://schemas.microsoft.com/office/drawing/2014/main" id="{8DCAF9A1-BC20-922D-5BC5-31BF88C08F07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734428" y="1640814"/>
                      <a:ext cx="196560" cy="151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25" name="Ink 24">
                      <a:extLst>
                        <a:ext uri="{FF2B5EF4-FFF2-40B4-BE49-F238E27FC236}">
                          <a16:creationId xmlns:a16="http://schemas.microsoft.com/office/drawing/2014/main" id="{22696AE7-A110-6456-D87F-3C345117693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7308" y="1602654"/>
                    <a:ext cx="60480" cy="214200"/>
                  </p14:xfrm>
                </p:contentPart>
              </mc:Choice>
              <mc:Fallback xmlns="">
                <p:pic>
                  <p:nvPicPr>
                    <p:cNvPr id="25" name="Ink 24">
                      <a:extLst>
                        <a:ext uri="{FF2B5EF4-FFF2-40B4-BE49-F238E27FC236}">
                          <a16:creationId xmlns:a16="http://schemas.microsoft.com/office/drawing/2014/main" id="{22696AE7-A110-6456-D87F-3C3451176936}"/>
                        </a:ext>
                      </a:extLst>
                    </p:cNvPr>
                    <p:cNvPicPr/>
                    <p:nvPr/>
                  </p:nvPicPr>
                  <p:blipFill>
                    <a:blip r:embed="rId35"/>
                    <a:stretch>
                      <a:fillRect/>
                    </a:stretch>
                  </p:blipFill>
                  <p:spPr>
                    <a:xfrm>
                      <a:off x="638254" y="1593654"/>
                      <a:ext cx="78226" cy="231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26" name="Ink 25">
                      <a:extLst>
                        <a:ext uri="{FF2B5EF4-FFF2-40B4-BE49-F238E27FC236}">
                          <a16:creationId xmlns:a16="http://schemas.microsoft.com/office/drawing/2014/main" id="{C281A5C7-91DC-F7E4-A2E4-9EBD0CCB851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8028" y="1587894"/>
                    <a:ext cx="42120" cy="247680"/>
                  </p14:xfrm>
                </p:contentPart>
              </mc:Choice>
              <mc:Fallback xmlns="">
                <p:pic>
                  <p:nvPicPr>
                    <p:cNvPr id="26" name="Ink 25">
                      <a:extLst>
                        <a:ext uri="{FF2B5EF4-FFF2-40B4-BE49-F238E27FC236}">
                          <a16:creationId xmlns:a16="http://schemas.microsoft.com/office/drawing/2014/main" id="{C281A5C7-91DC-F7E4-A2E4-9EBD0CCB851B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909028" y="1578894"/>
                      <a:ext cx="59760" cy="265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8">
                  <p14:nvContentPartPr>
                    <p14:cNvPr id="27" name="Ink 26">
                      <a:extLst>
                        <a:ext uri="{FF2B5EF4-FFF2-40B4-BE49-F238E27FC236}">
                          <a16:creationId xmlns:a16="http://schemas.microsoft.com/office/drawing/2014/main" id="{CD079822-0FEA-A98F-1B49-0C13DB20BCB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71388" y="1712454"/>
                    <a:ext cx="68400" cy="147960"/>
                  </p14:xfrm>
                </p:contentPart>
              </mc:Choice>
              <mc:Fallback xmlns="">
                <p:pic>
                  <p:nvPicPr>
                    <p:cNvPr id="27" name="Ink 26">
                      <a:extLst>
                        <a:ext uri="{FF2B5EF4-FFF2-40B4-BE49-F238E27FC236}">
                          <a16:creationId xmlns:a16="http://schemas.microsoft.com/office/drawing/2014/main" id="{CD079822-0FEA-A98F-1B49-0C13DB20BCB6}"/>
                        </a:ext>
                      </a:extLst>
                    </p:cNvPr>
                    <p:cNvPicPr/>
                    <p:nvPr/>
                  </p:nvPicPr>
                  <p:blipFill>
                    <a:blip r:embed="rId39"/>
                    <a:stretch>
                      <a:fillRect/>
                    </a:stretch>
                  </p:blipFill>
                  <p:spPr>
                    <a:xfrm>
                      <a:off x="1062388" y="1703454"/>
                      <a:ext cx="86040" cy="165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0">
                  <p14:nvContentPartPr>
                    <p14:cNvPr id="28" name="Ink 27">
                      <a:extLst>
                        <a:ext uri="{FF2B5EF4-FFF2-40B4-BE49-F238E27FC236}">
                          <a16:creationId xmlns:a16="http://schemas.microsoft.com/office/drawing/2014/main" id="{BB9A52ED-0E1A-80F2-5871-FFA6CA303B0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49508" y="1689414"/>
                    <a:ext cx="61920" cy="138240"/>
                  </p14:xfrm>
                </p:contentPart>
              </mc:Choice>
              <mc:Fallback xmlns="">
                <p:pic>
                  <p:nvPicPr>
                    <p:cNvPr id="28" name="Ink 27">
                      <a:extLst>
                        <a:ext uri="{FF2B5EF4-FFF2-40B4-BE49-F238E27FC236}">
                          <a16:creationId xmlns:a16="http://schemas.microsoft.com/office/drawing/2014/main" id="{BB9A52ED-0E1A-80F2-5871-FFA6CA303B02}"/>
                        </a:ext>
                      </a:extLst>
                    </p:cNvPr>
                    <p:cNvPicPr/>
                    <p:nvPr/>
                  </p:nvPicPr>
                  <p:blipFill>
                    <a:blip r:embed="rId41"/>
                    <a:stretch>
                      <a:fillRect/>
                    </a:stretch>
                  </p:blipFill>
                  <p:spPr>
                    <a:xfrm>
                      <a:off x="1140508" y="1680437"/>
                      <a:ext cx="79560" cy="155834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176354AF-4EE2-6F64-3E00-861957AFE4C3}"/>
                  </a:ext>
                </a:extLst>
              </p:cNvPr>
              <p:cNvGrpSpPr/>
              <p:nvPr/>
            </p:nvGrpSpPr>
            <p:grpSpPr>
              <a:xfrm>
                <a:off x="934588" y="903534"/>
                <a:ext cx="2455920" cy="452880"/>
                <a:chOff x="934588" y="903534"/>
                <a:chExt cx="2455920" cy="4528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2">
                  <p14:nvContentPartPr>
                    <p14:cNvPr id="30" name="Ink 29">
                      <a:extLst>
                        <a:ext uri="{FF2B5EF4-FFF2-40B4-BE49-F238E27FC236}">
                          <a16:creationId xmlns:a16="http://schemas.microsoft.com/office/drawing/2014/main" id="{51CC89A9-2B3C-01C9-74CC-15AA20787F7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4588" y="1200174"/>
                    <a:ext cx="201600" cy="142920"/>
                  </p14:xfrm>
                </p:contentPart>
              </mc:Choice>
              <mc:Fallback xmlns="">
                <p:pic>
                  <p:nvPicPr>
                    <p:cNvPr id="30" name="Ink 29">
                      <a:extLst>
                        <a:ext uri="{FF2B5EF4-FFF2-40B4-BE49-F238E27FC236}">
                          <a16:creationId xmlns:a16="http://schemas.microsoft.com/office/drawing/2014/main" id="{51CC89A9-2B3C-01C9-74CC-15AA20787F7F}"/>
                        </a:ext>
                      </a:extLst>
                    </p:cNvPr>
                    <p:cNvPicPr/>
                    <p:nvPr/>
                  </p:nvPicPr>
                  <p:blipFill>
                    <a:blip r:embed="rId43"/>
                    <a:stretch>
                      <a:fillRect/>
                    </a:stretch>
                  </p:blipFill>
                  <p:spPr>
                    <a:xfrm>
                      <a:off x="925588" y="1191174"/>
                      <a:ext cx="219240" cy="16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4">
                  <p14:nvContentPartPr>
                    <p14:cNvPr id="31" name="Ink 30">
                      <a:extLst>
                        <a:ext uri="{FF2B5EF4-FFF2-40B4-BE49-F238E27FC236}">
                          <a16:creationId xmlns:a16="http://schemas.microsoft.com/office/drawing/2014/main" id="{9C3080B3-A0C5-C9AF-A769-7633D3E9A1E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62748" y="1138974"/>
                    <a:ext cx="100440" cy="167400"/>
                  </p14:xfrm>
                </p:contentPart>
              </mc:Choice>
              <mc:Fallback xmlns="">
                <p:pic>
                  <p:nvPicPr>
                    <p:cNvPr id="31" name="Ink 30">
                      <a:extLst>
                        <a:ext uri="{FF2B5EF4-FFF2-40B4-BE49-F238E27FC236}">
                          <a16:creationId xmlns:a16="http://schemas.microsoft.com/office/drawing/2014/main" id="{9C3080B3-A0C5-C9AF-A769-7633D3E9A1E0}"/>
                        </a:ext>
                      </a:extLst>
                    </p:cNvPr>
                    <p:cNvPicPr/>
                    <p:nvPr/>
                  </p:nvPicPr>
                  <p:blipFill>
                    <a:blip r:embed="rId45"/>
                    <a:stretch>
                      <a:fillRect/>
                    </a:stretch>
                  </p:blipFill>
                  <p:spPr>
                    <a:xfrm>
                      <a:off x="1053716" y="1129974"/>
                      <a:ext cx="118143" cy="185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6">
                  <p14:nvContentPartPr>
                    <p14:cNvPr id="33" name="Ink 32">
                      <a:extLst>
                        <a:ext uri="{FF2B5EF4-FFF2-40B4-BE49-F238E27FC236}">
                          <a16:creationId xmlns:a16="http://schemas.microsoft.com/office/drawing/2014/main" id="{D4DD39FE-4E41-5373-3580-4185065066C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88548" y="952854"/>
                    <a:ext cx="37440" cy="257400"/>
                  </p14:xfrm>
                </p:contentPart>
              </mc:Choice>
              <mc:Fallback xmlns="">
                <p:pic>
                  <p:nvPicPr>
                    <p:cNvPr id="33" name="Ink 32">
                      <a:extLst>
                        <a:ext uri="{FF2B5EF4-FFF2-40B4-BE49-F238E27FC236}">
                          <a16:creationId xmlns:a16="http://schemas.microsoft.com/office/drawing/2014/main" id="{D4DD39FE-4E41-5373-3580-4185065066C8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1379548" y="943841"/>
                      <a:ext cx="55080" cy="27506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8">
                  <p14:nvContentPartPr>
                    <p14:cNvPr id="34" name="Ink 33">
                      <a:extLst>
                        <a:ext uri="{FF2B5EF4-FFF2-40B4-BE49-F238E27FC236}">
                          <a16:creationId xmlns:a16="http://schemas.microsoft.com/office/drawing/2014/main" id="{C48C49D2-5FD5-130B-D1B0-0A478A49EAF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62708" y="1119894"/>
                    <a:ext cx="94680" cy="119880"/>
                  </p14:xfrm>
                </p:contentPart>
              </mc:Choice>
              <mc:Fallback xmlns="">
                <p:pic>
                  <p:nvPicPr>
                    <p:cNvPr id="34" name="Ink 33">
                      <a:extLst>
                        <a:ext uri="{FF2B5EF4-FFF2-40B4-BE49-F238E27FC236}">
                          <a16:creationId xmlns:a16="http://schemas.microsoft.com/office/drawing/2014/main" id="{C48C49D2-5FD5-130B-D1B0-0A478A49EAF2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1453708" y="1110867"/>
                      <a:ext cx="112320" cy="13757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0">
                  <p14:nvContentPartPr>
                    <p14:cNvPr id="35" name="Ink 34">
                      <a:extLst>
                        <a:ext uri="{FF2B5EF4-FFF2-40B4-BE49-F238E27FC236}">
                          <a16:creationId xmlns:a16="http://schemas.microsoft.com/office/drawing/2014/main" id="{85340248-06E0-4EE0-47BE-BCAD1AF340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625428" y="1057974"/>
                    <a:ext cx="131760" cy="181440"/>
                  </p14:xfrm>
                </p:contentPart>
              </mc:Choice>
              <mc:Fallback xmlns="">
                <p:pic>
                  <p:nvPicPr>
                    <p:cNvPr id="35" name="Ink 34">
                      <a:extLst>
                        <a:ext uri="{FF2B5EF4-FFF2-40B4-BE49-F238E27FC236}">
                          <a16:creationId xmlns:a16="http://schemas.microsoft.com/office/drawing/2014/main" id="{85340248-06E0-4EE0-47BE-BCAD1AF34003}"/>
                        </a:ext>
                      </a:extLst>
                    </p:cNvPr>
                    <p:cNvPicPr/>
                    <p:nvPr/>
                  </p:nvPicPr>
                  <p:blipFill>
                    <a:blip r:embed="rId51"/>
                    <a:stretch>
                      <a:fillRect/>
                    </a:stretch>
                  </p:blipFill>
                  <p:spPr>
                    <a:xfrm>
                      <a:off x="1616428" y="1048974"/>
                      <a:ext cx="149400" cy="199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2">
                  <p14:nvContentPartPr>
                    <p14:cNvPr id="36" name="Ink 35">
                      <a:extLst>
                        <a:ext uri="{FF2B5EF4-FFF2-40B4-BE49-F238E27FC236}">
                          <a16:creationId xmlns:a16="http://schemas.microsoft.com/office/drawing/2014/main" id="{B70C84FE-BBAE-FE2F-8DB5-D61CA3A27F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81668" y="1096854"/>
                    <a:ext cx="122040" cy="150480"/>
                  </p14:xfrm>
                </p:contentPart>
              </mc:Choice>
              <mc:Fallback xmlns="">
                <p:pic>
                  <p:nvPicPr>
                    <p:cNvPr id="36" name="Ink 35">
                      <a:extLst>
                        <a:ext uri="{FF2B5EF4-FFF2-40B4-BE49-F238E27FC236}">
                          <a16:creationId xmlns:a16="http://schemas.microsoft.com/office/drawing/2014/main" id="{B70C84FE-BBAE-FE2F-8DB5-D61CA3A27FDB}"/>
                        </a:ext>
                      </a:extLst>
                    </p:cNvPr>
                    <p:cNvPicPr/>
                    <p:nvPr/>
                  </p:nvPicPr>
                  <p:blipFill>
                    <a:blip r:embed="rId53"/>
                    <a:stretch>
                      <a:fillRect/>
                    </a:stretch>
                  </p:blipFill>
                  <p:spPr>
                    <a:xfrm>
                      <a:off x="1772641" y="1087875"/>
                      <a:ext cx="139732" cy="16807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4">
                  <p14:nvContentPartPr>
                    <p14:cNvPr id="37" name="Ink 36">
                      <a:extLst>
                        <a:ext uri="{FF2B5EF4-FFF2-40B4-BE49-F238E27FC236}">
                          <a16:creationId xmlns:a16="http://schemas.microsoft.com/office/drawing/2014/main" id="{080CD09D-8068-C6EB-51E7-E2B3F4A21E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93508" y="903534"/>
                    <a:ext cx="53280" cy="452880"/>
                  </p14:xfrm>
                </p:contentPart>
              </mc:Choice>
              <mc:Fallback xmlns="">
                <p:pic>
                  <p:nvPicPr>
                    <p:cNvPr id="37" name="Ink 36">
                      <a:extLst>
                        <a:ext uri="{FF2B5EF4-FFF2-40B4-BE49-F238E27FC236}">
                          <a16:creationId xmlns:a16="http://schemas.microsoft.com/office/drawing/2014/main" id="{080CD09D-8068-C6EB-51E7-E2B3F4A21E44}"/>
                        </a:ext>
                      </a:extLst>
                    </p:cNvPr>
                    <p:cNvPicPr/>
                    <p:nvPr/>
                  </p:nvPicPr>
                  <p:blipFill>
                    <a:blip r:embed="rId55"/>
                    <a:stretch>
                      <a:fillRect/>
                    </a:stretch>
                  </p:blipFill>
                  <p:spPr>
                    <a:xfrm>
                      <a:off x="2184508" y="894534"/>
                      <a:ext cx="70920" cy="470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6">
                  <p14:nvContentPartPr>
                    <p14:cNvPr id="38" name="Ink 37">
                      <a:extLst>
                        <a:ext uri="{FF2B5EF4-FFF2-40B4-BE49-F238E27FC236}">
                          <a16:creationId xmlns:a16="http://schemas.microsoft.com/office/drawing/2014/main" id="{0A6768B2-991D-1B21-14ED-0466BA86DC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28988" y="1083174"/>
                    <a:ext cx="407520" cy="115200"/>
                  </p14:xfrm>
                </p:contentPart>
              </mc:Choice>
              <mc:Fallback xmlns="">
                <p:pic>
                  <p:nvPicPr>
                    <p:cNvPr id="38" name="Ink 37">
                      <a:extLst>
                        <a:ext uri="{FF2B5EF4-FFF2-40B4-BE49-F238E27FC236}">
                          <a16:creationId xmlns:a16="http://schemas.microsoft.com/office/drawing/2014/main" id="{0A6768B2-991D-1B21-14ED-0466BA86DCA8}"/>
                        </a:ext>
                      </a:extLst>
                    </p:cNvPr>
                    <p:cNvPicPr/>
                    <p:nvPr/>
                  </p:nvPicPr>
                  <p:blipFill>
                    <a:blip r:embed="rId57"/>
                    <a:stretch>
                      <a:fillRect/>
                    </a:stretch>
                  </p:blipFill>
                  <p:spPr>
                    <a:xfrm>
                      <a:off x="2019996" y="1074146"/>
                      <a:ext cx="425144" cy="13289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8">
                  <p14:nvContentPartPr>
                    <p14:cNvPr id="39" name="Ink 38">
                      <a:extLst>
                        <a:ext uri="{FF2B5EF4-FFF2-40B4-BE49-F238E27FC236}">
                          <a16:creationId xmlns:a16="http://schemas.microsoft.com/office/drawing/2014/main" id="{5AEE74A8-5A33-AE91-A31C-90765EF6622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75748" y="1073814"/>
                    <a:ext cx="115560" cy="96840"/>
                  </p14:xfrm>
                </p:contentPart>
              </mc:Choice>
              <mc:Fallback xmlns="">
                <p:pic>
                  <p:nvPicPr>
                    <p:cNvPr id="39" name="Ink 38">
                      <a:extLst>
                        <a:ext uri="{FF2B5EF4-FFF2-40B4-BE49-F238E27FC236}">
                          <a16:creationId xmlns:a16="http://schemas.microsoft.com/office/drawing/2014/main" id="{5AEE74A8-5A33-AE91-A31C-90765EF66221}"/>
                        </a:ext>
                      </a:extLst>
                    </p:cNvPr>
                    <p:cNvPicPr/>
                    <p:nvPr/>
                  </p:nvPicPr>
                  <p:blipFill>
                    <a:blip r:embed="rId59"/>
                    <a:stretch>
                      <a:fillRect/>
                    </a:stretch>
                  </p:blipFill>
                  <p:spPr>
                    <a:xfrm>
                      <a:off x="2466776" y="1064814"/>
                      <a:ext cx="133145" cy="114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0">
                  <p14:nvContentPartPr>
                    <p14:cNvPr id="40" name="Ink 39">
                      <a:extLst>
                        <a:ext uri="{FF2B5EF4-FFF2-40B4-BE49-F238E27FC236}">
                          <a16:creationId xmlns:a16="http://schemas.microsoft.com/office/drawing/2014/main" id="{84C10909-5D9F-C8D5-1F2A-2E1BE7FFC6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60788" y="1006854"/>
                    <a:ext cx="243000" cy="231120"/>
                  </p14:xfrm>
                </p:contentPart>
              </mc:Choice>
              <mc:Fallback xmlns="">
                <p:pic>
                  <p:nvPicPr>
                    <p:cNvPr id="40" name="Ink 39">
                      <a:extLst>
                        <a:ext uri="{FF2B5EF4-FFF2-40B4-BE49-F238E27FC236}">
                          <a16:creationId xmlns:a16="http://schemas.microsoft.com/office/drawing/2014/main" id="{84C10909-5D9F-C8D5-1F2A-2E1BE7FFC6DF}"/>
                        </a:ext>
                      </a:extLst>
                    </p:cNvPr>
                    <p:cNvPicPr/>
                    <p:nvPr/>
                  </p:nvPicPr>
                  <p:blipFill>
                    <a:blip r:embed="rId61"/>
                    <a:stretch>
                      <a:fillRect/>
                    </a:stretch>
                  </p:blipFill>
                  <p:spPr>
                    <a:xfrm>
                      <a:off x="2651788" y="997840"/>
                      <a:ext cx="260640" cy="24878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2">
                  <p14:nvContentPartPr>
                    <p14:cNvPr id="41" name="Ink 40">
                      <a:extLst>
                        <a:ext uri="{FF2B5EF4-FFF2-40B4-BE49-F238E27FC236}">
                          <a16:creationId xmlns:a16="http://schemas.microsoft.com/office/drawing/2014/main" id="{7C68A1FE-4276-1E3C-8651-47007590CB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88948" y="1099734"/>
                    <a:ext cx="214560" cy="83520"/>
                  </p14:xfrm>
                </p:contentPart>
              </mc:Choice>
              <mc:Fallback xmlns="">
                <p:pic>
                  <p:nvPicPr>
                    <p:cNvPr id="41" name="Ink 40">
                      <a:extLst>
                        <a:ext uri="{FF2B5EF4-FFF2-40B4-BE49-F238E27FC236}">
                          <a16:creationId xmlns:a16="http://schemas.microsoft.com/office/drawing/2014/main" id="{7C68A1FE-4276-1E3C-8651-47007590CBAE}"/>
                        </a:ext>
                      </a:extLst>
                    </p:cNvPr>
                    <p:cNvPicPr/>
                    <p:nvPr/>
                  </p:nvPicPr>
                  <p:blipFill>
                    <a:blip r:embed="rId63"/>
                    <a:stretch>
                      <a:fillRect/>
                    </a:stretch>
                  </p:blipFill>
                  <p:spPr>
                    <a:xfrm>
                      <a:off x="2779933" y="1090734"/>
                      <a:ext cx="232230" cy="101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4">
                  <p14:nvContentPartPr>
                    <p14:cNvPr id="42" name="Ink 41">
                      <a:extLst>
                        <a:ext uri="{FF2B5EF4-FFF2-40B4-BE49-F238E27FC236}">
                          <a16:creationId xmlns:a16="http://schemas.microsoft.com/office/drawing/2014/main" id="{182677DE-F57B-7FCA-C3D2-5C12F455B37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45628" y="954294"/>
                    <a:ext cx="2520" cy="21240"/>
                  </p14:xfrm>
                </p:contentPart>
              </mc:Choice>
              <mc:Fallback xmlns="">
                <p:pic>
                  <p:nvPicPr>
                    <p:cNvPr id="42" name="Ink 41">
                      <a:extLst>
                        <a:ext uri="{FF2B5EF4-FFF2-40B4-BE49-F238E27FC236}">
                          <a16:creationId xmlns:a16="http://schemas.microsoft.com/office/drawing/2014/main" id="{182677DE-F57B-7FCA-C3D2-5C12F455B37C}"/>
                        </a:ext>
                      </a:extLst>
                    </p:cNvPr>
                    <p:cNvPicPr/>
                    <p:nvPr/>
                  </p:nvPicPr>
                  <p:blipFill>
                    <a:blip r:embed="rId65"/>
                    <a:stretch>
                      <a:fillRect/>
                    </a:stretch>
                  </p:blipFill>
                  <p:spPr>
                    <a:xfrm>
                      <a:off x="3036628" y="945294"/>
                      <a:ext cx="20160" cy="38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6">
                  <p14:nvContentPartPr>
                    <p14:cNvPr id="43" name="Ink 42">
                      <a:extLst>
                        <a:ext uri="{FF2B5EF4-FFF2-40B4-BE49-F238E27FC236}">
                          <a16:creationId xmlns:a16="http://schemas.microsoft.com/office/drawing/2014/main" id="{D7AEA414-0933-C119-AD3A-A0A78F02139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84508" y="1052934"/>
                    <a:ext cx="306000" cy="139320"/>
                  </p14:xfrm>
                </p:contentPart>
              </mc:Choice>
              <mc:Fallback xmlns="">
                <p:pic>
                  <p:nvPicPr>
                    <p:cNvPr id="43" name="Ink 42">
                      <a:extLst>
                        <a:ext uri="{FF2B5EF4-FFF2-40B4-BE49-F238E27FC236}">
                          <a16:creationId xmlns:a16="http://schemas.microsoft.com/office/drawing/2014/main" id="{D7AEA414-0933-C119-AD3A-A0A78F02139F}"/>
                        </a:ext>
                      </a:extLst>
                    </p:cNvPr>
                    <p:cNvPicPr/>
                    <p:nvPr/>
                  </p:nvPicPr>
                  <p:blipFill>
                    <a:blip r:embed="rId67"/>
                    <a:stretch>
                      <a:fillRect/>
                    </a:stretch>
                  </p:blipFill>
                  <p:spPr>
                    <a:xfrm>
                      <a:off x="3075497" y="1043957"/>
                      <a:ext cx="323661" cy="1569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DF3740D1-46AC-840D-91F6-85BD18A54B17}"/>
                </a:ext>
              </a:extLst>
            </p:cNvPr>
            <p:cNvGrpSpPr/>
            <p:nvPr/>
          </p:nvGrpSpPr>
          <p:grpSpPr>
            <a:xfrm>
              <a:off x="274348" y="1320414"/>
              <a:ext cx="289800" cy="676800"/>
              <a:chOff x="274348" y="1320414"/>
              <a:chExt cx="289800" cy="676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247" name="Ink 246">
                    <a:extLst>
                      <a:ext uri="{FF2B5EF4-FFF2-40B4-BE49-F238E27FC236}">
                        <a16:creationId xmlns:a16="http://schemas.microsoft.com/office/drawing/2014/main" id="{375FD354-3B73-3729-ECB3-E2F373C3D256}"/>
                      </a:ext>
                    </a:extLst>
                  </p14:cNvPr>
                  <p14:cNvContentPartPr/>
                  <p14:nvPr/>
                </p14:nvContentPartPr>
                <p14:xfrm>
                  <a:off x="285868" y="1320414"/>
                  <a:ext cx="209160" cy="676800"/>
                </p14:xfrm>
              </p:contentPart>
            </mc:Choice>
            <mc:Fallback xmlns="">
              <p:pic>
                <p:nvPicPr>
                  <p:cNvPr id="247" name="Ink 246">
                    <a:extLst>
                      <a:ext uri="{FF2B5EF4-FFF2-40B4-BE49-F238E27FC236}">
                        <a16:creationId xmlns:a16="http://schemas.microsoft.com/office/drawing/2014/main" id="{375FD354-3B73-3729-ECB3-E2F373C3D256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276868" y="1311414"/>
                    <a:ext cx="226800" cy="69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248" name="Ink 247">
                    <a:extLst>
                      <a:ext uri="{FF2B5EF4-FFF2-40B4-BE49-F238E27FC236}">
                        <a16:creationId xmlns:a16="http://schemas.microsoft.com/office/drawing/2014/main" id="{191A8F44-C0B7-5959-A81A-C5ADADCE0452}"/>
                      </a:ext>
                    </a:extLst>
                  </p14:cNvPr>
                  <p14:cNvContentPartPr/>
                  <p14:nvPr/>
                </p14:nvContentPartPr>
                <p14:xfrm>
                  <a:off x="274348" y="1519494"/>
                  <a:ext cx="289800" cy="48240"/>
                </p14:xfrm>
              </p:contentPart>
            </mc:Choice>
            <mc:Fallback xmlns="">
              <p:pic>
                <p:nvPicPr>
                  <p:cNvPr id="248" name="Ink 247">
                    <a:extLst>
                      <a:ext uri="{FF2B5EF4-FFF2-40B4-BE49-F238E27FC236}">
                        <a16:creationId xmlns:a16="http://schemas.microsoft.com/office/drawing/2014/main" id="{191A8F44-C0B7-5959-A81A-C5ADADCE0452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265348" y="1510426"/>
                    <a:ext cx="307440" cy="66013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381C69-00B3-27E8-D05A-E8A85DC57684}"/>
              </a:ext>
            </a:extLst>
          </p:cNvPr>
          <p:cNvGrpSpPr/>
          <p:nvPr/>
        </p:nvGrpSpPr>
        <p:grpSpPr>
          <a:xfrm>
            <a:off x="5176046" y="1227515"/>
            <a:ext cx="5816909" cy="1208085"/>
            <a:chOff x="4217598" y="1091721"/>
            <a:chExt cx="5816909" cy="12080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683E592-C562-E89F-E976-2CF1298CE0D9}"/>
                    </a:ext>
                  </a:extLst>
                </p:cNvPr>
                <p:cNvSpPr txBox="1"/>
                <p:nvPr/>
              </p:nvSpPr>
              <p:spPr>
                <a:xfrm>
                  <a:off x="4217598" y="1091721"/>
                  <a:ext cx="2614434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GB" sz="24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24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GB" sz="24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𝑋𝑤</m:t>
                                </m:r>
                              </m:e>
                            </m:d>
                          </m:e>
                          <m:sup>
                            <m:r>
                              <a:rPr lang="en-GB" sz="2400" i="0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err="1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683E592-C562-E89F-E976-2CF1298CE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98" y="1091721"/>
                  <a:ext cx="2614434" cy="377667"/>
                </a:xfrm>
                <a:prstGeom prst="rect">
                  <a:avLst/>
                </a:prstGeom>
                <a:blipFill>
                  <a:blip r:embed="rId72"/>
                  <a:stretch>
                    <a:fillRect l="-3497" r="-233" b="-35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0E6E43-7A2B-658A-6610-EA073381C647}"/>
                    </a:ext>
                  </a:extLst>
                </p:cNvPr>
                <p:cNvSpPr txBox="1"/>
                <p:nvPr/>
              </p:nvSpPr>
              <p:spPr>
                <a:xfrm>
                  <a:off x="4850285" y="1434969"/>
                  <a:ext cx="3280161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GB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𝑋𝑤</m:t>
                                </m:r>
                              </m:e>
                            </m:d>
                          </m:e>
                          <m:sup>
                            <m: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𝑋𝑤</m:t>
                            </m:r>
                          </m:e>
                        </m:d>
                      </m:oMath>
                    </m:oMathPara>
                  </a14:m>
                  <a:endParaRPr lang="en-GB" sz="24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0E6E43-7A2B-658A-6610-EA073381C6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285" y="1434969"/>
                  <a:ext cx="3280161" cy="468205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EA624D6-3F04-0553-1C9B-BA4D5014E09D}"/>
                    </a:ext>
                  </a:extLst>
                </p:cNvPr>
                <p:cNvSpPr txBox="1"/>
                <p:nvPr/>
              </p:nvSpPr>
              <p:spPr>
                <a:xfrm>
                  <a:off x="4877894" y="1831601"/>
                  <a:ext cx="5156613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𝑋𝑤</m:t>
                        </m:r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GB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𝑋𝑤</m:t>
                        </m:r>
                      </m:oMath>
                    </m:oMathPara>
                  </a14:m>
                  <a:endParaRPr lang="en-GB" sz="24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EA624D6-3F04-0553-1C9B-BA4D5014E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894" y="1831601"/>
                  <a:ext cx="5156613" cy="468205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2DC76A-DBF6-AF33-5D52-880FBB0C2D63}"/>
                  </a:ext>
                </a:extLst>
              </p:cNvPr>
              <p:cNvSpPr txBox="1"/>
              <p:nvPr/>
            </p:nvSpPr>
            <p:spPr>
              <a:xfrm>
                <a:off x="5215846" y="2769929"/>
                <a:ext cx="5870956" cy="1072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>
                    <a:solidFill>
                      <a:schemeClr val="tx1"/>
                    </a:solidFill>
                    <a:latin typeface="Calibri maths"/>
                  </a:rPr>
                  <a:t>Calculate the first order derivative</a:t>
                </a:r>
                <a:r>
                  <a:rPr lang="en-GB" sz="2400">
                    <a:solidFill>
                      <a:schemeClr val="tx1"/>
                    </a:solidFill>
                    <a:latin typeface="+mj-lt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4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400" err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2DC76A-DBF6-AF33-5D52-880FBB0C2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846" y="2769929"/>
                <a:ext cx="5870956" cy="1072794"/>
              </a:xfrm>
              <a:prstGeom prst="rect">
                <a:avLst/>
              </a:prstGeom>
              <a:blipFill>
                <a:blip r:embed="rId75"/>
                <a:stretch>
                  <a:fillRect l="-3219" t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46F516-ED53-3697-6900-257491A4827B}"/>
                  </a:ext>
                </a:extLst>
              </p:cNvPr>
              <p:cNvSpPr txBox="1"/>
              <p:nvPr/>
            </p:nvSpPr>
            <p:spPr>
              <a:xfrm>
                <a:off x="5176046" y="4187567"/>
                <a:ext cx="5668218" cy="703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GB" sz="24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have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400" i="1" dirty="0" err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 err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sz="2400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GB" sz="240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400" i="1" dirty="0" err="1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400" i="1" dirty="0" err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sz="2400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i="1" dirty="0" err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46F516-ED53-3697-6900-257491A48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46" y="4187567"/>
                <a:ext cx="5668218" cy="703462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F696CC3-C127-C8F1-A2CA-54B9D6000897}"/>
                  </a:ext>
                </a:extLst>
              </p:cNvPr>
              <p:cNvSpPr txBox="1"/>
              <p:nvPr/>
            </p:nvSpPr>
            <p:spPr>
              <a:xfrm>
                <a:off x="5215846" y="5347929"/>
                <a:ext cx="4832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can</m:t>
                      </m: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obtain</m:t>
                      </m: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:      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i="0" dirty="0" err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 dirty="0" err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 err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 dirty="0" err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 dirty="0" err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GB" sz="2400" i="1" dirty="0" err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GB" sz="2400" i="1" dirty="0" err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GB" sz="2400" i="0" dirty="0" err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GB" sz="2400" i="1" dirty="0" err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i="1" dirty="0" err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2400" err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F696CC3-C127-C8F1-A2CA-54B9D600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846" y="5347929"/>
                <a:ext cx="4832669" cy="369332"/>
              </a:xfrm>
              <a:prstGeom prst="rect">
                <a:avLst/>
              </a:prstGeom>
              <a:blipFill>
                <a:blip r:embed="rId77"/>
                <a:stretch>
                  <a:fillRect l="-884" r="-758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0750145-0E48-418B-02EB-F94134940272}"/>
                  </a:ext>
                </a:extLst>
              </p14:cNvPr>
              <p14:cNvContentPartPr/>
              <p14:nvPr/>
            </p14:nvContentPartPr>
            <p14:xfrm>
              <a:off x="11837908" y="1090014"/>
              <a:ext cx="13320" cy="147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0750145-0E48-418B-02EB-F9413494027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831618" y="1083894"/>
                <a:ext cx="25900" cy="27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DC235A-BA5A-CC14-8B61-8A98BA02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810637"/>
              </p:ext>
            </p:extLst>
          </p:nvPr>
        </p:nvGraphicFramePr>
        <p:xfrm>
          <a:off x="10553418" y="2739549"/>
          <a:ext cx="1459450" cy="1285875"/>
        </p:xfrm>
        <a:graphic>
          <a:graphicData uri="http://schemas.openxmlformats.org/drawingml/2006/table">
            <a:tbl>
              <a:tblPr/>
              <a:tblGrid>
                <a:gridCol w="729725">
                  <a:extLst>
                    <a:ext uri="{9D8B030D-6E8A-4147-A177-3AD203B41FA5}">
                      <a16:colId xmlns:a16="http://schemas.microsoft.com/office/drawing/2014/main" val="2033037084"/>
                    </a:ext>
                  </a:extLst>
                </a:gridCol>
                <a:gridCol w="729725">
                  <a:extLst>
                    <a:ext uri="{9D8B030D-6E8A-4147-A177-3AD203B41FA5}">
                      <a16:colId xmlns:a16="http://schemas.microsoft.com/office/drawing/2014/main" val="29328527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 cap="all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∂Y/∂W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Bahnschrift SemiLight" panose="020F03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2005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Aw</a:t>
                      </a: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Aᵀ​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21677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wᵀA</a:t>
                      </a: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A​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6029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wᵀAw</a:t>
                      </a: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Aw + </a:t>
                      </a:r>
                      <a:r>
                        <a:rPr lang="en-US" sz="800" b="0" i="0" err="1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Aᵀw</a:t>
                      </a: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Bahnschrift SemiLight" panose="020F03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823613"/>
                  </a:ext>
                </a:extLst>
              </a:tr>
            </a:tbl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2004D16F-5992-245F-645A-6E208132D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223" y="2722507"/>
            <a:ext cx="49557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2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15E822-438E-2675-A4ED-928F0C0F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13" y="98984"/>
            <a:ext cx="10185401" cy="698501"/>
          </a:xfrm>
        </p:spPr>
        <p:txBody>
          <a:bodyPr>
            <a:normAutofit/>
          </a:bodyPr>
          <a:lstStyle/>
          <a:p>
            <a:r>
              <a:rPr lang="en-GB" sz="3200"/>
              <a:t>Gradient Descent Optimisation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2A327-0865-587C-FEF9-78B14CAD29A0}"/>
              </a:ext>
            </a:extLst>
          </p:cNvPr>
          <p:cNvSpPr txBox="1"/>
          <p:nvPr/>
        </p:nvSpPr>
        <p:spPr>
          <a:xfrm>
            <a:off x="698687" y="2358306"/>
            <a:ext cx="10794626" cy="144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Gradient descent is an iterative optimisation algorithm used to find a local minimum or maximum of a given function. This is one of the mostly used optimisation methods in machine learning. </a:t>
            </a:r>
            <a:endParaRPr lang="en-GB" sz="28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17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0BD0-6A1D-42A0-3659-57955719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Demo (Gradient Descent based Line Fitting)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DEE34DE-F9F0-1D02-50D3-9BE7D9BAA363}"/>
              </a:ext>
            </a:extLst>
          </p:cNvPr>
          <p:cNvSpPr txBox="1"/>
          <p:nvPr/>
        </p:nvSpPr>
        <p:spPr>
          <a:xfrm>
            <a:off x="206144" y="998464"/>
            <a:ext cx="11582711" cy="5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Aim: to find parameter w*=[a*,b*] for a line that best fit these points (x, y)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74D71B-CF7A-04A5-CD38-1227E324E01F}"/>
              </a:ext>
            </a:extLst>
          </p:cNvPr>
          <p:cNvGrpSpPr/>
          <p:nvPr/>
        </p:nvGrpSpPr>
        <p:grpSpPr>
          <a:xfrm>
            <a:off x="0" y="2426519"/>
            <a:ext cx="3750555" cy="3131400"/>
            <a:chOff x="-96804" y="2238532"/>
            <a:chExt cx="4064625" cy="33080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7E4299-C850-7802-A661-DC83BCA34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96804" y="2238532"/>
              <a:ext cx="4064625" cy="321992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813AC2-D5B5-035D-9795-BDC654332881}"/>
                </a:ext>
              </a:extLst>
            </p:cNvPr>
            <p:cNvSpPr txBox="1"/>
            <p:nvPr/>
          </p:nvSpPr>
          <p:spPr>
            <a:xfrm>
              <a:off x="3483850" y="5156387"/>
              <a:ext cx="325211" cy="390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+mj-lt"/>
                </a:rPr>
                <a:t>x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E11406-B21F-E63F-FADD-5EA70CA4D461}"/>
                </a:ext>
              </a:extLst>
            </p:cNvPr>
            <p:cNvSpPr txBox="1"/>
            <p:nvPr/>
          </p:nvSpPr>
          <p:spPr>
            <a:xfrm>
              <a:off x="22730" y="2238532"/>
              <a:ext cx="325211" cy="390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+mj-lt"/>
                </a:rPr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4E708-AE99-2DF4-953B-EAC47878D983}"/>
                  </a:ext>
                </a:extLst>
              </p:cNvPr>
              <p:cNvSpPr txBox="1"/>
              <p:nvPr/>
            </p:nvSpPr>
            <p:spPr>
              <a:xfrm>
                <a:off x="3784477" y="2047924"/>
                <a:ext cx="5228483" cy="865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GB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function</m:t>
                      </m:r>
                      <m:r>
                        <a:rPr lang="en-GB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000" i="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0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sz="2000" i="0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lang="en-GB" sz="2000" i="1" dirty="0" err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i="1" dirty="0" err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000" i="1" dirty="0" err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GB" sz="2000" i="0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000" i="0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000" err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4E708-AE99-2DF4-953B-EAC47878D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477" y="2047924"/>
                <a:ext cx="5228483" cy="8654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4F90E8-0F5D-C37B-2865-010EE098C37E}"/>
                  </a:ext>
                </a:extLst>
              </p:cNvPr>
              <p:cNvSpPr txBox="1"/>
              <p:nvPr/>
            </p:nvSpPr>
            <p:spPr>
              <a:xfrm>
                <a:off x="735661" y="1634739"/>
                <a:ext cx="110531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a, b 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parameter to be estimated   </a:t>
                </a:r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iteration    </a:t>
                </a:r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 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number of data samples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GB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learning</m:t>
                    </m:r>
                    <m:r>
                      <a:rPr lang="en-GB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rate</m:t>
                    </m:r>
                  </m:oMath>
                </a14:m>
                <a:endParaRPr lang="en-GB" sz="20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4F90E8-0F5D-C37B-2865-010EE098C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1" y="1634739"/>
                <a:ext cx="11053194" cy="400110"/>
              </a:xfrm>
              <a:prstGeom prst="rect">
                <a:avLst/>
              </a:prstGeom>
              <a:blipFill>
                <a:blip r:embed="rId4"/>
                <a:stretch>
                  <a:fillRect l="-607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986F2F4-50AD-1A68-E6C6-E56B44EB24B0}"/>
              </a:ext>
            </a:extLst>
          </p:cNvPr>
          <p:cNvGrpSpPr/>
          <p:nvPr/>
        </p:nvGrpSpPr>
        <p:grpSpPr>
          <a:xfrm>
            <a:off x="3896743" y="2970781"/>
            <a:ext cx="4973153" cy="2003729"/>
            <a:chOff x="3950440" y="2987181"/>
            <a:chExt cx="4973153" cy="2003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727642-C9D8-E420-D45D-426336D1787B}"/>
                    </a:ext>
                  </a:extLst>
                </p:cNvPr>
                <p:cNvSpPr txBox="1"/>
                <p:nvPr/>
              </p:nvSpPr>
              <p:spPr>
                <a:xfrm>
                  <a:off x="3950440" y="2987181"/>
                  <a:ext cx="4973153" cy="11732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200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Calculate partial derivatives:    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0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GB" sz="2000" i="0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GB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GB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a:rPr lang="en-GB" sz="20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=−2</m:t>
                        </m:r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i="0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ctrlPr>
                                  <a:rPr lang="en-GB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0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000" i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GB" sz="20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GB" sz="2000" err="1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727642-C9D8-E420-D45D-426336D17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0440" y="2987181"/>
                  <a:ext cx="4973153" cy="1173206"/>
                </a:xfrm>
                <a:prstGeom prst="rect">
                  <a:avLst/>
                </a:prstGeom>
                <a:blipFill>
                  <a:blip r:embed="rId5"/>
                  <a:stretch>
                    <a:fillRect l="-3064" t="-67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8DA93B3-4863-D23D-9332-E1F878CFADDA}"/>
                    </a:ext>
                  </a:extLst>
                </p:cNvPr>
                <p:cNvSpPr txBox="1"/>
                <p:nvPr/>
              </p:nvSpPr>
              <p:spPr>
                <a:xfrm>
                  <a:off x="4467660" y="4125480"/>
                  <a:ext cx="3493777" cy="8654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0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dirty="0" err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sz="2000" i="1" dirty="0" err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GB" sz="2000" i="0" dirty="0" err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GB" sz="2000" i="1" dirty="0" err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dirty="0" err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GB" sz="20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a:rPr lang="en-GB" sz="2000" i="0" dirty="0" err="1" smtClean="0">
                            <a:latin typeface="Cambria Math" panose="02040503050406030204" pitchFamily="18" charset="0"/>
                          </a:rPr>
                          <m:t>=−2</m:t>
                        </m:r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GB" sz="2000" i="1" dirty="0" err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200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i="0" dirty="0" err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000" i="1" dirty="0" err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ctrlPr>
                                  <a:rPr lang="en-GB" sz="2000" i="1" dirty="0" err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000" i="1" dirty="0" err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000" i="0" dirty="0" err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2000" i="1" dirty="0" err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sz="2000" i="1" dirty="0" err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000" i="0" dirty="0" err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2000" i="1" dirty="0" err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sz="2000" i="1" dirty="0" err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  <a:endParaRPr lang="en-GB" sz="2000" err="1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8DA93B3-4863-D23D-9332-E1F878CFA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660" y="4125480"/>
                  <a:ext cx="3493777" cy="8654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80ECF9-9EEC-F92C-A909-C6D227E180E5}"/>
                  </a:ext>
                </a:extLst>
              </p:cNvPr>
              <p:cNvSpPr txBox="1"/>
              <p:nvPr/>
            </p:nvSpPr>
            <p:spPr>
              <a:xfrm>
                <a:off x="3789874" y="4938017"/>
                <a:ext cx="31357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Initialise </a:t>
                </a:r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when </a:t>
                </a:r>
                <a:r>
                  <a:rPr lang="en-GB" sz="20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GB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80ECF9-9EEC-F92C-A909-C6D227E18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874" y="4938017"/>
                <a:ext cx="3135795" cy="400110"/>
              </a:xfrm>
              <a:prstGeom prst="rect">
                <a:avLst/>
              </a:prstGeom>
              <a:blipFill>
                <a:blip r:embed="rId7"/>
                <a:stretch>
                  <a:fillRect l="-214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E522AB-04CF-A6AA-72AA-69743CE90216}"/>
                  </a:ext>
                </a:extLst>
              </p:cNvPr>
              <p:cNvSpPr txBox="1"/>
              <p:nvPr/>
            </p:nvSpPr>
            <p:spPr>
              <a:xfrm>
                <a:off x="3896743" y="5538200"/>
                <a:ext cx="7399333" cy="452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Iteratively</m:t>
                        </m:r>
                        <m: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updat</m:t>
                        </m:r>
                        <m: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0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000" i="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i="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α</m:t>
                    </m:r>
                    <m:f>
                      <m:fPr>
                        <m:ctrlP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GB" sz="2000" i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000" i="1" dirty="0" err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>
                    <a:solidFill>
                      <a:schemeClr val="tx1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000" dirty="0" err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000" dirty="0" err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 dirty="0" err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sz="2000" dirty="0">
                        <a:latin typeface="Cambria Math" panose="02040503050406030204" pitchFamily="18" charset="0"/>
                      </a:rPr>
                      <m:t>α</m:t>
                    </m:r>
                    <m:f>
                      <m:fPr>
                        <m:ctrlPr>
                          <a:rPr lang="en-GB" sz="20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dirty="0" err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2000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GB" sz="2000" dirty="0" err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GB" sz="2000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endParaRPr lang="en-GB" sz="200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E522AB-04CF-A6AA-72AA-69743CE90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743" y="5538200"/>
                <a:ext cx="7399333" cy="452560"/>
              </a:xfrm>
              <a:prstGeom prst="rect">
                <a:avLst/>
              </a:prstGeom>
              <a:blipFill>
                <a:blip r:embed="rId8"/>
                <a:stretch>
                  <a:fillRect t="-1333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D8A9165-E095-526F-0473-428D2750F825}"/>
              </a:ext>
            </a:extLst>
          </p:cNvPr>
          <p:cNvSpPr txBox="1"/>
          <p:nvPr/>
        </p:nvSpPr>
        <p:spPr>
          <a:xfrm>
            <a:off x="3825407" y="6168650"/>
            <a:ext cx="6253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latin typeface="Cambria Math" panose="02040503050406030204" pitchFamily="18" charset="0"/>
                <a:ea typeface="Cambria Math" panose="02040503050406030204" pitchFamily="18" charset="0"/>
              </a:rPr>
              <a:t>Iterate until </a:t>
            </a:r>
            <a:r>
              <a:rPr lang="en-GB" sz="2000" i="1"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GB" sz="200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000" i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CN" sz="2000" i="1" baseline="3000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GB" sz="2000" i="1">
                <a:latin typeface="Cambria Math" panose="02040503050406030204" pitchFamily="18" charset="0"/>
                <a:ea typeface="Cambria Math" panose="02040503050406030204" pitchFamily="18" charset="0"/>
              </a:rPr>
              <a:t>,b</a:t>
            </a:r>
            <a:r>
              <a:rPr lang="en-US" altLang="zh-CN" sz="2000" i="1" baseline="3000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CN" sz="2000">
                <a:latin typeface="Cambria Math" panose="02040503050406030204" pitchFamily="18" charset="0"/>
                <a:ea typeface="Cambria Math" panose="02040503050406030204" pitchFamily="18" charset="0"/>
              </a:rPr>
              <a:t>) is small enough or </a:t>
            </a:r>
            <a:r>
              <a:rPr lang="en-US" altLang="zh-CN" sz="2000" i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CN" sz="2000">
                <a:latin typeface="Cambria Math" panose="02040503050406030204" pitchFamily="18" charset="0"/>
                <a:ea typeface="Cambria Math" panose="02040503050406030204" pitchFamily="18" charset="0"/>
              </a:rPr>
              <a:t>&gt;max iteration</a:t>
            </a:r>
            <a:endParaRPr lang="en-GB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1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5FCC-BFE8-820A-E1B1-0DE39EDF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How gradient descent works?</a:t>
            </a:r>
            <a:endParaRPr lang="en-GB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07AFC-548A-1E59-D7B8-F585799DDF40}"/>
              </a:ext>
            </a:extLst>
          </p:cNvPr>
          <p:cNvSpPr txBox="1"/>
          <p:nvPr/>
        </p:nvSpPr>
        <p:spPr>
          <a:xfrm>
            <a:off x="206144" y="998464"/>
            <a:ext cx="11582711" cy="5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This is generalised to multiple variables rather than only one variable </a:t>
            </a:r>
            <a:r>
              <a:rPr lang="en-GB" sz="2800" i="1"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GB" sz="280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GB" sz="28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9161E3-3476-FED2-EA79-0274EB6ABC85}"/>
              </a:ext>
            </a:extLst>
          </p:cNvPr>
          <p:cNvGrpSpPr/>
          <p:nvPr/>
        </p:nvGrpSpPr>
        <p:grpSpPr>
          <a:xfrm>
            <a:off x="395208" y="1799271"/>
            <a:ext cx="6950155" cy="5232330"/>
            <a:chOff x="674276" y="1865946"/>
            <a:chExt cx="6950155" cy="5232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2223188-5D88-E740-0CCB-255527B13C6C}"/>
                    </a:ext>
                  </a:extLst>
                </p:cNvPr>
                <p:cNvSpPr txBox="1"/>
                <p:nvPr/>
              </p:nvSpPr>
              <p:spPr>
                <a:xfrm>
                  <a:off x="674276" y="1865946"/>
                  <a:ext cx="6950155" cy="5232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Input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</a:t>
                  </a:r>
                  <a:r>
                    <a:rPr lang="en-GB" sz="2000" i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f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</a:t>
                  </a:r>
                  <a:r>
                    <a:rPr lang="en-GB" sz="2000" i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R</a:t>
                  </a:r>
                  <a:r>
                    <a:rPr lang="en-GB" sz="2000" i="1" baseline="30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n 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</a:t>
                  </a:r>
                  <a:r>
                    <a:rPr lang="en-GB" sz="2000" i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R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a differentiable function</a:t>
                  </a:r>
                </a:p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      </a:t>
                  </a:r>
                  <a:r>
                    <a:rPr lang="en-GB" sz="2000" i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w</a:t>
                  </a:r>
                  <a:r>
                    <a:rPr lang="en-GB" sz="2000" i="1" baseline="30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(0)</a:t>
                  </a:r>
                  <a:r>
                    <a:rPr lang="en-GB" sz="2000" i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an initial solution</a:t>
                  </a:r>
                </a:p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Output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</a:t>
                  </a:r>
                  <a:r>
                    <a:rPr lang="en-GB" sz="2000" i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w</a:t>
                  </a:r>
                  <a:r>
                    <a:rPr lang="en-GB" sz="2000" i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*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, a local minimum of the cost function </a:t>
                  </a:r>
                  <a:r>
                    <a:rPr lang="en-GB" sz="2000" i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f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1 </a:t>
                  </a:r>
                  <a:r>
                    <a:rPr lang="en-GB" sz="2000" b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begin</a:t>
                  </a: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2"/>
                  </a:pP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k     0;</a:t>
                  </a: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3"/>
                  </a:pPr>
                  <a:r>
                    <a:rPr lang="en-GB" sz="2000" b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while</a:t>
                  </a: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GB" sz="2000" i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stop-crit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and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(k&lt; </a:t>
                  </a:r>
                  <a:r>
                    <a:rPr lang="en-GB" sz="2000" err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k</a:t>
                  </a:r>
                  <a:r>
                    <a:rPr lang="en-GB" sz="2000" baseline="-25000" err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max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) </a:t>
                  </a: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do</a:t>
                  </a: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3"/>
                  </a:pP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     </a:t>
                  </a: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w</a:t>
                  </a:r>
                  <a:r>
                    <a:rPr lang="en-GB" sz="2000" baseline="30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(k+1)  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w</a:t>
                  </a:r>
                  <a:r>
                    <a:rPr lang="en-GB" sz="2000" baseline="30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(k) 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-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20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GB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GB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GB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a14:m>
                  <a:endParaRPr lang="en-GB" sz="2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3"/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     with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20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GB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GB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𝑎𝑟𝑔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GB" sz="2000">
                      <a:solidFill>
                        <a:srgbClr val="000000"/>
                      </a:solidFill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GB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GB" sz="2000" i="1" baseline="30000" dirty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000" i="1" baseline="30000" dirty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2000" i="1" baseline="30000" dirty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GB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α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a14:m>
                  <a:endParaRPr lang="en-GB" sz="2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3"/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      k     k+1;</a:t>
                  </a:r>
                </a:p>
                <a:p>
                  <a:pPr marL="457200" indent="-457200" algn="just">
                    <a:lnSpc>
                      <a:spcPct val="107000"/>
                    </a:lnSpc>
                    <a:spcAft>
                      <a:spcPts val="800"/>
                    </a:spcAft>
                    <a:buAutoNum type="arabicPlain" startAt="3"/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</a:t>
                  </a:r>
                  <a:r>
                    <a:rPr lang="en-GB" sz="2000" b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r</a:t>
                  </a:r>
                  <a:r>
                    <a:rPr lang="en-GB" sz="2000" b="1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eturn</a:t>
                  </a:r>
                  <a:r>
                    <a:rPr lang="en-GB" sz="2000">
                      <a:solidFill>
                        <a:srgbClr val="000000"/>
                      </a:solidFill>
                      <a:effectLst/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GB" sz="2000" baseline="30000" dirty="0" smtClean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000" baseline="30000" dirty="0" smtClean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2000" baseline="30000" dirty="0" smtClean="0">
                          <a:solidFill>
                            <a:srgbClr val="000000"/>
                          </a:solidFill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en-GB" sz="2000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8 </a:t>
                  </a:r>
                  <a:r>
                    <a:rPr lang="en-GB" sz="2000" b="1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end</a:t>
                  </a:r>
                  <a:endParaRPr lang="en-GB" sz="2000" b="1">
                    <a:solidFill>
                      <a:srgbClr val="000000"/>
                    </a:solidFill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2000">
                      <a:solidFill>
                        <a:srgbClr val="000000"/>
                      </a:solidFill>
                      <a:latin typeface="+mj-lt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             </a:t>
                  </a:r>
                  <a:endParaRPr lang="en-GB" sz="2000">
                    <a:effectLst/>
                    <a:latin typeface="+mj-lt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2223188-5D88-E740-0CCB-255527B13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276" y="1865946"/>
                  <a:ext cx="6950155" cy="5232330"/>
                </a:xfrm>
                <a:prstGeom prst="rect">
                  <a:avLst/>
                </a:prstGeom>
                <a:blipFill>
                  <a:blip r:embed="rId2"/>
                  <a:stretch>
                    <a:fillRect l="-965" t="-5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105F3C7-8A61-70E6-C03F-530320B421CC}"/>
                </a:ext>
              </a:extLst>
            </p:cNvPr>
            <p:cNvCxnSpPr/>
            <p:nvPr/>
          </p:nvCxnSpPr>
          <p:spPr>
            <a:xfrm flipH="1">
              <a:off x="2043113" y="5581650"/>
              <a:ext cx="2667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ABA2D5-F104-3FA5-FD8C-BBD639A57585}"/>
                </a:ext>
              </a:extLst>
            </p:cNvPr>
            <p:cNvCxnSpPr/>
            <p:nvPr/>
          </p:nvCxnSpPr>
          <p:spPr>
            <a:xfrm flipH="1">
              <a:off x="2400300" y="4686300"/>
              <a:ext cx="2667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79B0FF7-A842-6C60-3134-8743687FC10B}"/>
                </a:ext>
              </a:extLst>
            </p:cNvPr>
            <p:cNvCxnSpPr/>
            <p:nvPr/>
          </p:nvCxnSpPr>
          <p:spPr>
            <a:xfrm flipH="1">
              <a:off x="1581150" y="3771292"/>
              <a:ext cx="2667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9C25F8-90E2-9CED-4D56-516E3EED122B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3" y="2066925"/>
              <a:ext cx="3238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Understanding The What and Why of Gradient Descent - Analytics Vidhya">
            <a:extLst>
              <a:ext uri="{FF2B5EF4-FFF2-40B4-BE49-F238E27FC236}">
                <a16:creationId xmlns:a16="http://schemas.microsoft.com/office/drawing/2014/main" id="{ADEEB9F4-C5DA-8B15-ADE7-A80D0B5DD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58" y="2449673"/>
            <a:ext cx="4823578" cy="294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30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BB41-7EB0-83E3-03C4-B6AB02A5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Requirements and Limitations of Gradient Descent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9F6A1-8F39-B918-FB81-5DC10C7DE94C}"/>
              </a:ext>
            </a:extLst>
          </p:cNvPr>
          <p:cNvSpPr txBox="1"/>
          <p:nvPr/>
        </p:nvSpPr>
        <p:spPr>
          <a:xfrm>
            <a:off x="196173" y="1133235"/>
            <a:ext cx="11438107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The function to be optimised is differentiable at each point of </a:t>
            </a:r>
            <a:r>
              <a:rPr lang="en-GB" sz="2400" i="1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(no discontinuity).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A63EA13-3400-D808-7DA1-53A11D65E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097" y="1600864"/>
            <a:ext cx="6955782" cy="23188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51718-8E62-5ABE-263B-20E737AE10CE}"/>
              </a:ext>
            </a:extLst>
          </p:cNvPr>
          <p:cNvSpPr txBox="1"/>
          <p:nvPr/>
        </p:nvSpPr>
        <p:spPr>
          <a:xfrm>
            <a:off x="196173" y="3860294"/>
            <a:ext cx="11548354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The function is convex:</a:t>
            </a:r>
            <a:r>
              <a:rPr lang="en-GB" sz="240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40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the line segment connecting two function’s points lay above the curve (does not cross it).</a:t>
            </a:r>
            <a:endParaRPr lang="en-GB" sz="240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A53F56-2FE8-906D-9943-334BA9C6B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309" y="4723094"/>
            <a:ext cx="6395475" cy="19241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458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67C8-7354-7475-094B-266EB684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C1D6-7243-588E-BC5B-53501D71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Learning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3B8FB-C2C8-DC4E-9EDA-5A677C137C76}"/>
              </a:ext>
            </a:extLst>
          </p:cNvPr>
          <p:cNvSpPr txBox="1"/>
          <p:nvPr/>
        </p:nvSpPr>
        <p:spPr>
          <a:xfrm>
            <a:off x="324922" y="1079826"/>
            <a:ext cx="1119925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Introductions</a:t>
            </a: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(i.e., get to know each other)</a:t>
            </a:r>
          </a:p>
          <a:p>
            <a:pPr marL="342900" lvl="0" indent="-342900">
              <a:spcAft>
                <a:spcPts val="0"/>
              </a:spcAft>
              <a:buFont typeface="Symbol" pitchFamily="2" charset="2"/>
              <a:buChar char=""/>
            </a:pPr>
            <a:endParaRPr lang="en-GB" sz="32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Module overview</a:t>
            </a:r>
          </a:p>
          <a:p>
            <a:pPr marL="342900" lvl="0" indent="-342900">
              <a:spcAft>
                <a:spcPts val="0"/>
              </a:spcAft>
              <a:buFont typeface="Symbol" pitchFamily="2" charset="2"/>
              <a:buChar char=""/>
            </a:pPr>
            <a:endParaRPr lang="en-GB" sz="32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ML intro: What is it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Toy examples</a:t>
            </a:r>
          </a:p>
          <a:p>
            <a:pPr marL="800100" lvl="1" indent="-342900">
              <a:buFont typeface="Symbol" pitchFamily="2" charset="2"/>
              <a:buChar char=""/>
            </a:pPr>
            <a:endParaRPr lang="en-GB" sz="32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Mathematics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Toy examples</a:t>
            </a:r>
          </a:p>
          <a:p>
            <a:pPr marL="800100" lvl="1" indent="-342900">
              <a:buFont typeface="Symbol" pitchFamily="2" charset="2"/>
              <a:buChar char=""/>
            </a:pPr>
            <a:endParaRPr lang="en-GB" sz="32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Symbol" pitchFamily="2" charset="2"/>
              <a:buChar char=""/>
            </a:pPr>
            <a:r>
              <a:rPr lang="en-GB" sz="3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Decision whether to continue or not</a:t>
            </a:r>
          </a:p>
        </p:txBody>
      </p:sp>
    </p:spTree>
    <p:extLst>
      <p:ext uri="{BB962C8B-B14F-4D97-AF65-F5344CB8AC3E}">
        <p14:creationId xmlns:p14="http://schemas.microsoft.com/office/powerpoint/2010/main" val="294647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Notts">
      <a:dk1>
        <a:sysClr val="windowText" lastClr="000000"/>
      </a:dk1>
      <a:lt1>
        <a:sysClr val="window" lastClr="FFFFFF"/>
      </a:lt1>
      <a:dk2>
        <a:srgbClr val="007DA8"/>
      </a:dk2>
      <a:lt2>
        <a:srgbClr val="009BBD"/>
      </a:lt2>
      <a:accent1>
        <a:srgbClr val="005697"/>
      </a:accent1>
      <a:accent2>
        <a:srgbClr val="1B2A6B"/>
      </a:accent2>
      <a:accent3>
        <a:srgbClr val="191A4F"/>
      </a:accent3>
      <a:accent4>
        <a:srgbClr val="B32C76"/>
      </a:accent4>
      <a:accent5>
        <a:srgbClr val="D27826"/>
      </a:accent5>
      <a:accent6>
        <a:srgbClr val="38A159"/>
      </a:accent6>
      <a:hlink>
        <a:srgbClr val="0563C1"/>
      </a:hlink>
      <a:folHlink>
        <a:srgbClr val="954F72"/>
      </a:folHlink>
    </a:clrScheme>
    <a:fontScheme name="Nott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0000">
              <a:srgbClr val="00487E">
                <a:lumMod val="85000"/>
                <a:lumOff val="15000"/>
              </a:srgbClr>
            </a:gs>
            <a:gs pos="17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sz="2400" b="1"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TT_6103 (PowerPoint Guidelines) POT_Widescreen_001" id="{81F3E3EA-E64F-4445-9547-4C0E98DD302B}" vid="{B96464EC-35CD-433F-A30D-F35B5417D5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827FDD-AC50-4F36-A5A4-7CF904882C47}">
  <we:reference id="wa200000113" version="1.0.0.0" store="en-001" storeType="OMEX"/>
  <we:alternateReferences>
    <we:reference id="wa200000113" version="1.0.0.0" store="en-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Microsoft Macintosh PowerPoint</Application>
  <PresentationFormat>Widescreen</PresentationFormat>
  <Paragraphs>163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DengXian</vt:lpstr>
      <vt:lpstr>-webkit-standard</vt:lpstr>
      <vt:lpstr>Arial</vt:lpstr>
      <vt:lpstr>Bahnschrift SemiLight</vt:lpstr>
      <vt:lpstr>Calibri</vt:lpstr>
      <vt:lpstr>Calibri maths</vt:lpstr>
      <vt:lpstr>Cambria Math</vt:lpstr>
      <vt:lpstr>Courier New</vt:lpstr>
      <vt:lpstr>Georgia</vt:lpstr>
      <vt:lpstr>Symbol</vt:lpstr>
      <vt:lpstr>1_Office Theme</vt:lpstr>
      <vt:lpstr>COMP4139  Machine Learning (MLE)  - Mathematics</vt:lpstr>
      <vt:lpstr>Key Maths Skills</vt:lpstr>
      <vt:lpstr>Linear Algebra- Notation</vt:lpstr>
      <vt:lpstr>Linear Algebra- Scalar, Vector &amp; Matrix</vt:lpstr>
      <vt:lpstr>Linear Algebra- Linear Equations</vt:lpstr>
      <vt:lpstr>Linear Algebra- Linear Equations</vt:lpstr>
      <vt:lpstr>Linear Algebra- Linear Equations</vt:lpstr>
      <vt:lpstr>Linear Algebra- Least Squared Estimation</vt:lpstr>
      <vt:lpstr> Least Squared Line Fitting Example</vt:lpstr>
      <vt:lpstr>Differentiation</vt:lpstr>
      <vt:lpstr>Partial Derivatives</vt:lpstr>
      <vt:lpstr>Why do we need to optimise a function?</vt:lpstr>
      <vt:lpstr>Why do we need to optimise a function?</vt:lpstr>
      <vt:lpstr>Least Square Estimation (closed form solution)</vt:lpstr>
      <vt:lpstr>Gradient Descent Optimisation</vt:lpstr>
      <vt:lpstr>Demo (Gradient Descent based Line Fitting)</vt:lpstr>
      <vt:lpstr>How gradient descent works?</vt:lpstr>
      <vt:lpstr>Requirements and Limitations of Gradient Descent</vt:lpstr>
      <vt:lpstr>Learning Objectives</vt:lpstr>
    </vt:vector>
  </TitlesOfParts>
  <Company>UoN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c3174895@uon.edu.au</dc:creator>
  <cp:lastModifiedBy>Direnc Pekaslan</cp:lastModifiedBy>
  <cp:revision>2</cp:revision>
  <cp:lastPrinted>2021-07-01T10:48:03Z</cp:lastPrinted>
  <dcterms:created xsi:type="dcterms:W3CDTF">2018-05-09T07:11:59Z</dcterms:created>
  <dcterms:modified xsi:type="dcterms:W3CDTF">2025-10-02T08:34:33Z</dcterms:modified>
</cp:coreProperties>
</file>